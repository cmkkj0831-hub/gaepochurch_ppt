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5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6925" r:id="rId4"/>
    <p:sldMasterId id="2147486926" r:id="rId5"/>
    <p:sldMasterId id="2147486927" r:id="rId6"/>
    <p:sldMasterId id="2147486928" r:id="rId7"/>
    <p:sldMasterId id="2147486930" r:id="rId8"/>
    <p:sldMasterId id="2147486942" r:id="rId9"/>
  </p:sldMasterIdLst>
  <p:notesMasterIdLst>
    <p:notesMasterId r:id="rId72"/>
  </p:notesMasterIdLst>
  <p:sldIdLst>
    <p:sldId id="256" r:id="rId10"/>
    <p:sldId id="642" r:id="rId11"/>
    <p:sldId id="667" r:id="rId12"/>
    <p:sldId id="668" r:id="rId13"/>
    <p:sldId id="666" r:id="rId14"/>
    <p:sldId id="2332" r:id="rId15"/>
    <p:sldId id="2334" r:id="rId16"/>
    <p:sldId id="2333" r:id="rId17"/>
    <p:sldId id="638" r:id="rId18"/>
    <p:sldId id="2323" r:id="rId19"/>
    <p:sldId id="2324" r:id="rId20"/>
    <p:sldId id="655" r:id="rId21"/>
    <p:sldId id="404" r:id="rId22"/>
    <p:sldId id="574" r:id="rId23"/>
    <p:sldId id="594" r:id="rId24"/>
    <p:sldId id="613" r:id="rId25"/>
    <p:sldId id="614" r:id="rId26"/>
    <p:sldId id="615" r:id="rId27"/>
    <p:sldId id="616" r:id="rId28"/>
    <p:sldId id="617" r:id="rId29"/>
    <p:sldId id="618" r:id="rId30"/>
    <p:sldId id="619" r:id="rId31"/>
    <p:sldId id="620" r:id="rId32"/>
    <p:sldId id="621" r:id="rId33"/>
    <p:sldId id="622" r:id="rId34"/>
    <p:sldId id="646" r:id="rId35"/>
    <p:sldId id="512" r:id="rId36"/>
    <p:sldId id="645" r:id="rId37"/>
    <p:sldId id="509" r:id="rId38"/>
    <p:sldId id="670" r:id="rId39"/>
    <p:sldId id="323" r:id="rId40"/>
    <p:sldId id="393" r:id="rId41"/>
    <p:sldId id="2325" r:id="rId42"/>
    <p:sldId id="2326" r:id="rId43"/>
    <p:sldId id="288" r:id="rId44"/>
    <p:sldId id="582" r:id="rId45"/>
    <p:sldId id="289" r:id="rId46"/>
    <p:sldId id="569" r:id="rId47"/>
    <p:sldId id="496" r:id="rId48"/>
    <p:sldId id="592" r:id="rId49"/>
    <p:sldId id="503" r:id="rId50"/>
    <p:sldId id="593" r:id="rId51"/>
    <p:sldId id="657" r:id="rId52"/>
    <p:sldId id="397" r:id="rId53"/>
    <p:sldId id="572" r:id="rId54"/>
    <p:sldId id="428" r:id="rId55"/>
    <p:sldId id="589" r:id="rId56"/>
    <p:sldId id="429" r:id="rId57"/>
    <p:sldId id="590" r:id="rId58"/>
    <p:sldId id="430" r:id="rId59"/>
    <p:sldId id="591" r:id="rId60"/>
    <p:sldId id="573" r:id="rId61"/>
    <p:sldId id="525" r:id="rId62"/>
    <p:sldId id="403" r:id="rId63"/>
    <p:sldId id="305" r:id="rId64"/>
    <p:sldId id="371" r:id="rId65"/>
    <p:sldId id="2327" r:id="rId66"/>
    <p:sldId id="2328" r:id="rId67"/>
    <p:sldId id="2329" r:id="rId68"/>
    <p:sldId id="650" r:id="rId69"/>
    <p:sldId id="2330" r:id="rId70"/>
    <p:sldId id="2331" r:id="rId71"/>
  </p:sldIdLst>
  <p:sldSz cx="12192000" cy="6858000"/>
  <p:notesSz cx="6858000" cy="9144000"/>
  <p:defaultTextStyle>
    <a:defPPr>
      <a:defRPr lang="ko-KR"/>
    </a:defPPr>
    <a:lvl1pPr marL="0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786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581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367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159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3947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0734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7520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4307" algn="l" defTabSz="913581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E6122B2-323C-482C-872D-6B1C364150D5}">
          <p14:sldIdLst>
            <p14:sldId id="256"/>
            <p14:sldId id="642"/>
            <p14:sldId id="667"/>
            <p14:sldId id="668"/>
            <p14:sldId id="666"/>
            <p14:sldId id="2332"/>
            <p14:sldId id="2334"/>
            <p14:sldId id="2333"/>
            <p14:sldId id="638"/>
            <p14:sldId id="2323"/>
            <p14:sldId id="2324"/>
            <p14:sldId id="655"/>
            <p14:sldId id="404"/>
            <p14:sldId id="574"/>
            <p14:sldId id="594"/>
            <p14:sldId id="613"/>
            <p14:sldId id="614"/>
            <p14:sldId id="615"/>
            <p14:sldId id="616"/>
            <p14:sldId id="617"/>
            <p14:sldId id="618"/>
            <p14:sldId id="619"/>
            <p14:sldId id="620"/>
            <p14:sldId id="621"/>
            <p14:sldId id="622"/>
            <p14:sldId id="646"/>
            <p14:sldId id="512"/>
            <p14:sldId id="645"/>
            <p14:sldId id="509"/>
            <p14:sldId id="670"/>
            <p14:sldId id="323"/>
            <p14:sldId id="393"/>
            <p14:sldId id="2325"/>
            <p14:sldId id="2326"/>
            <p14:sldId id="288"/>
            <p14:sldId id="582"/>
            <p14:sldId id="289"/>
            <p14:sldId id="569"/>
            <p14:sldId id="496"/>
            <p14:sldId id="592"/>
            <p14:sldId id="503"/>
            <p14:sldId id="593"/>
            <p14:sldId id="657"/>
            <p14:sldId id="397"/>
            <p14:sldId id="572"/>
            <p14:sldId id="428"/>
            <p14:sldId id="589"/>
            <p14:sldId id="429"/>
            <p14:sldId id="590"/>
            <p14:sldId id="430"/>
            <p14:sldId id="591"/>
            <p14:sldId id="573"/>
            <p14:sldId id="525"/>
            <p14:sldId id="403"/>
            <p14:sldId id="305"/>
            <p14:sldId id="371"/>
            <p14:sldId id="2327"/>
            <p14:sldId id="2328"/>
            <p14:sldId id="2329"/>
            <p14:sldId id="650"/>
            <p14:sldId id="2330"/>
            <p14:sldId id="2331"/>
          </p14:sldIdLst>
        </p14:section>
        <p14:section name="제목 없는 섹션" id="{B2770ABF-7138-4AA0-AE9B-328585AE35F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F3ED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21" autoAdjust="0"/>
    <p:restoredTop sz="94661"/>
  </p:normalViewPr>
  <p:slideViewPr>
    <p:cSldViewPr snapToGrid="0">
      <p:cViewPr varScale="1">
        <p:scale>
          <a:sx n="113" d="100"/>
          <a:sy n="113" d="100"/>
        </p:scale>
        <p:origin x="216" y="192"/>
      </p:cViewPr>
      <p:guideLst>
        <p:guide orient="horz" pos="2159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7.xml"/><Relationship Id="rId21" Type="http://schemas.openxmlformats.org/officeDocument/2006/relationships/slide" Target="slides/slide12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63" Type="http://schemas.openxmlformats.org/officeDocument/2006/relationships/slide" Target="slides/slide54.xml"/><Relationship Id="rId68" Type="http://schemas.openxmlformats.org/officeDocument/2006/relationships/slide" Target="slides/slide59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53" Type="http://schemas.openxmlformats.org/officeDocument/2006/relationships/slide" Target="slides/slide44.xml"/><Relationship Id="rId58" Type="http://schemas.openxmlformats.org/officeDocument/2006/relationships/slide" Target="slides/slide49.xml"/><Relationship Id="rId66" Type="http://schemas.openxmlformats.org/officeDocument/2006/relationships/slide" Target="slides/slide57.xml"/><Relationship Id="rId7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2.xml"/><Relationship Id="rId19" Type="http://schemas.openxmlformats.org/officeDocument/2006/relationships/slide" Target="slides/slide10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56" Type="http://schemas.openxmlformats.org/officeDocument/2006/relationships/slide" Target="slides/slide47.xml"/><Relationship Id="rId64" Type="http://schemas.openxmlformats.org/officeDocument/2006/relationships/slide" Target="slides/slide55.xml"/><Relationship Id="rId69" Type="http://schemas.openxmlformats.org/officeDocument/2006/relationships/slide" Target="slides/slide60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2.xml"/><Relationship Id="rId72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59" Type="http://schemas.openxmlformats.org/officeDocument/2006/relationships/slide" Target="slides/slide50.xml"/><Relationship Id="rId67" Type="http://schemas.openxmlformats.org/officeDocument/2006/relationships/slide" Target="slides/slide58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54" Type="http://schemas.openxmlformats.org/officeDocument/2006/relationships/slide" Target="slides/slide45.xml"/><Relationship Id="rId62" Type="http://schemas.openxmlformats.org/officeDocument/2006/relationships/slide" Target="slides/slide53.xml"/><Relationship Id="rId70" Type="http://schemas.openxmlformats.org/officeDocument/2006/relationships/slide" Target="slides/slide61.xml"/><Relationship Id="rId75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slide" Target="slides/slide40.xml"/><Relationship Id="rId57" Type="http://schemas.openxmlformats.org/officeDocument/2006/relationships/slide" Target="slides/slide48.xml"/><Relationship Id="rId10" Type="http://schemas.openxmlformats.org/officeDocument/2006/relationships/slide" Target="slides/slide1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slide" Target="slides/slide43.xml"/><Relationship Id="rId60" Type="http://schemas.openxmlformats.org/officeDocument/2006/relationships/slide" Target="slides/slide51.xml"/><Relationship Id="rId65" Type="http://schemas.openxmlformats.org/officeDocument/2006/relationships/slide" Target="slides/slide56.xml"/><Relationship Id="rId7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9" Type="http://schemas.openxmlformats.org/officeDocument/2006/relationships/slide" Target="slides/slide30.xml"/><Relationship Id="rId34" Type="http://schemas.openxmlformats.org/officeDocument/2006/relationships/slide" Target="slides/slide25.xml"/><Relationship Id="rId50" Type="http://schemas.openxmlformats.org/officeDocument/2006/relationships/slide" Target="slides/slide41.xml"/><Relationship Id="rId55" Type="http://schemas.openxmlformats.org/officeDocument/2006/relationships/slide" Target="slides/slide46.xml"/><Relationship Id="rId76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71" Type="http://schemas.openxmlformats.org/officeDocument/2006/relationships/slide" Target="slides/slide6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603C520A-FAC0-4F5A-9991-60A13BB9FDB4}" type="datetime1">
              <a:rPr lang="ko-KR" altLang="en-US"/>
              <a:pPr lvl="0">
                <a:defRPr lang="ko-KR" altLang="en-US"/>
              </a:pPr>
              <a:t>2026. 10. 9.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E8CCFD6A-092A-4280-A71E-1311820A8B28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53097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454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341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C5B7D-1652-9219-D426-9CBF34A10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2B2B9DC3-BB0D-AA7A-CADD-A5BE89800EE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A5CBADED-3F46-E515-CCFB-CA29743861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15E1AFB7-5E5B-08DB-4DF7-8D4012047A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/>
              <a:pPr lvl="0">
                <a:defRPr lang="ko-KR" altLang="en-US"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67984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D8A5F-2FAE-F54A-983F-99498BED8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D56BAEDE-42A5-DF81-6BD1-7852501900CA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F3E7EF0-15E2-14C0-C301-46A207B03F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D6E1126F-1FA3-25A9-48DB-53C740CFE8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/>
              <a:pPr lvl="0">
                <a:defRPr lang="ko-KR" altLang="en-US"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5534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E58E5-BDAA-211C-C830-4BAC6B1CD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3D92C26E-E3B6-3BA0-8733-2F457561265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593F1D54-9C0B-2F36-26BB-AF3D279688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F5475EA7-08F5-9EE3-D811-3624362F48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/>
              <a:pPr lvl="0">
                <a:defRPr lang="ko-KR" altLang="en-US"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502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3B619-B01A-1FCE-455E-FC05112E4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12EC333D-A5B8-5FD5-06F0-85B96BF48E7E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D9B1AEE8-4443-48AE-4635-FF068566BF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A87F9775-D43B-C530-EE8F-080A05C375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/>
              <a:pPr lvl="0">
                <a:defRPr lang="ko-KR" altLang="en-US"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80039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360B9-8995-A7E1-2C0F-BAA623B4E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8B9F57EE-19EF-022B-D036-8C1AF12ACF39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C66DEBDB-F434-C768-42A1-119C0200F2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7F2178B8-AC08-3DB7-C546-B4AB904798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/>
              <a:pPr lvl="0">
                <a:defRPr lang="ko-KR" altLang="en-US"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14429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FAE92-FA68-3300-A54F-1F9E181B5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A3507434-015F-7900-BF09-FFBA4284AFA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E2CBA5CB-5E2B-E5AC-DFBD-DAAAF517CA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D8F10F84-C449-AE8E-E5B1-8CC86F40A9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/>
              <a:pPr lvl="0">
                <a:defRPr lang="ko-KR" altLang="en-US"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89668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1313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7854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1829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30782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7527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4033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5936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E8CCFD6A-092A-4280-A71E-1311820A8B28}" type="slidenum">
              <a:rPr lang="ko-KR" altLang="en-US" smtClean="0"/>
              <a:pPr lvl="0">
                <a:defRPr lang="ko-KR" altLang="en-US"/>
              </a:pPr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9925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89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34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7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2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69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14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5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1307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3757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7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14"/>
            <a:ext cx="5181600" cy="1000125"/>
          </a:xfrm>
        </p:spPr>
        <p:txBody>
          <a:bodyPr anchor="b"/>
          <a:lstStyle>
            <a:lvl1pPr marL="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1pPr>
            <a:lvl2pPr marL="30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899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3pPr>
            <a:lvl4pPr marL="91349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21798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52248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82697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213147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43596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6855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2"/>
            <a:ext cx="2692400" cy="3017309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2"/>
            <a:ext cx="2692400" cy="3017309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849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9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500" indent="0">
              <a:buNone/>
              <a:defRPr sz="1300" b="1"/>
            </a:lvl2pPr>
            <a:lvl3pPr marL="608990" indent="0">
              <a:buNone/>
              <a:defRPr sz="1200" b="1"/>
            </a:lvl3pPr>
            <a:lvl4pPr marL="913490" indent="0">
              <a:buNone/>
              <a:defRPr sz="1100" b="1"/>
            </a:lvl4pPr>
            <a:lvl5pPr marL="1217980" indent="0">
              <a:buNone/>
              <a:defRPr sz="1100" b="1"/>
            </a:lvl5pPr>
            <a:lvl6pPr marL="1522480" indent="0">
              <a:buNone/>
              <a:defRPr sz="1100" b="1"/>
            </a:lvl6pPr>
            <a:lvl7pPr marL="1826977" indent="0">
              <a:buNone/>
              <a:defRPr sz="1100" b="1"/>
            </a:lvl7pPr>
            <a:lvl8pPr marL="2131470" indent="0">
              <a:buNone/>
              <a:defRPr sz="1100" b="1"/>
            </a:lvl8pPr>
            <a:lvl9pPr marL="2435960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9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6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500" indent="0">
              <a:buNone/>
              <a:defRPr sz="1300" b="1"/>
            </a:lvl2pPr>
            <a:lvl3pPr marL="608990" indent="0">
              <a:buNone/>
              <a:defRPr sz="1200" b="1"/>
            </a:lvl3pPr>
            <a:lvl4pPr marL="913490" indent="0">
              <a:buNone/>
              <a:defRPr sz="1100" b="1"/>
            </a:lvl4pPr>
            <a:lvl5pPr marL="1217980" indent="0">
              <a:buNone/>
              <a:defRPr sz="1100" b="1"/>
            </a:lvl5pPr>
            <a:lvl6pPr marL="1522480" indent="0">
              <a:buNone/>
              <a:defRPr sz="1100" b="1"/>
            </a:lvl6pPr>
            <a:lvl7pPr marL="1826977" indent="0">
              <a:buNone/>
              <a:defRPr sz="1100" b="1"/>
            </a:lvl7pPr>
            <a:lvl8pPr marL="2131470" indent="0">
              <a:buNone/>
              <a:defRPr sz="1100" b="1"/>
            </a:lvl8pPr>
            <a:lvl9pPr marL="2435960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6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1688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5608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276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75" y="182043"/>
            <a:ext cx="3407833" cy="3902075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6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43"/>
            <a:ext cx="2005542" cy="3127375"/>
          </a:xfrm>
        </p:spPr>
        <p:txBody>
          <a:bodyPr/>
          <a:lstStyle>
            <a:lvl1pPr marL="0" indent="0">
              <a:buNone/>
              <a:defRPr sz="900"/>
            </a:lvl1pPr>
            <a:lvl2pPr marL="304500" indent="0">
              <a:buNone/>
              <a:defRPr sz="800"/>
            </a:lvl2pPr>
            <a:lvl3pPr marL="608990" indent="0">
              <a:buNone/>
              <a:defRPr sz="700"/>
            </a:lvl3pPr>
            <a:lvl4pPr marL="913490" indent="0">
              <a:buNone/>
              <a:defRPr sz="600"/>
            </a:lvl4pPr>
            <a:lvl5pPr marL="1217980" indent="0">
              <a:buNone/>
              <a:defRPr sz="600"/>
            </a:lvl5pPr>
            <a:lvl6pPr marL="1522480" indent="0">
              <a:buNone/>
              <a:defRPr sz="600"/>
            </a:lvl6pPr>
            <a:lvl7pPr marL="1826977" indent="0">
              <a:buNone/>
              <a:defRPr sz="600"/>
            </a:lvl7pPr>
            <a:lvl8pPr marL="2131470" indent="0">
              <a:buNone/>
              <a:defRPr sz="600"/>
            </a:lvl8pPr>
            <a:lvl9pPr marL="24359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747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9"/>
            <a:ext cx="3657600" cy="377825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00"/>
            </a:lvl1pPr>
            <a:lvl2pPr marL="304500" indent="0">
              <a:buNone/>
              <a:defRPr sz="1900"/>
            </a:lvl2pPr>
            <a:lvl3pPr marL="608990" indent="0">
              <a:buNone/>
              <a:defRPr sz="1600"/>
            </a:lvl3pPr>
            <a:lvl4pPr marL="913490" indent="0">
              <a:buNone/>
              <a:defRPr sz="1300"/>
            </a:lvl4pPr>
            <a:lvl5pPr marL="1217980" indent="0">
              <a:buNone/>
              <a:defRPr sz="1300"/>
            </a:lvl5pPr>
            <a:lvl6pPr marL="1522480" indent="0">
              <a:buNone/>
              <a:defRPr sz="1300"/>
            </a:lvl6pPr>
            <a:lvl7pPr marL="1826977" indent="0">
              <a:buNone/>
              <a:defRPr sz="1300"/>
            </a:lvl7pPr>
            <a:lvl8pPr marL="2131470" indent="0">
              <a:buNone/>
              <a:defRPr sz="1300"/>
            </a:lvl8pPr>
            <a:lvl9pPr marL="2435960" indent="0">
              <a:buNone/>
              <a:defRPr sz="13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34"/>
            <a:ext cx="3657600" cy="536575"/>
          </a:xfrm>
        </p:spPr>
        <p:txBody>
          <a:bodyPr/>
          <a:lstStyle>
            <a:lvl1pPr marL="0" indent="0">
              <a:buNone/>
              <a:defRPr sz="900"/>
            </a:lvl1pPr>
            <a:lvl2pPr marL="304500" indent="0">
              <a:buNone/>
              <a:defRPr sz="800"/>
            </a:lvl2pPr>
            <a:lvl3pPr marL="608990" indent="0">
              <a:buNone/>
              <a:defRPr sz="700"/>
            </a:lvl3pPr>
            <a:lvl4pPr marL="913490" indent="0">
              <a:buNone/>
              <a:defRPr sz="600"/>
            </a:lvl4pPr>
            <a:lvl5pPr marL="1217980" indent="0">
              <a:buNone/>
              <a:defRPr sz="600"/>
            </a:lvl5pPr>
            <a:lvl6pPr marL="1522480" indent="0">
              <a:buNone/>
              <a:defRPr sz="600"/>
            </a:lvl6pPr>
            <a:lvl7pPr marL="1826977" indent="0">
              <a:buNone/>
              <a:defRPr sz="600"/>
            </a:lvl7pPr>
            <a:lvl8pPr marL="2131470" indent="0">
              <a:buNone/>
              <a:defRPr sz="600"/>
            </a:lvl8pPr>
            <a:lvl9pPr marL="24359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635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3994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101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101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62853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5300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2000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800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160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287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1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36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82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27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73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18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6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847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5487035" cy="3018155"/>
          </a:xfrm>
        </p:spPr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0" y="4237355"/>
            <a:ext cx="1423035" cy="243840"/>
          </a:xfrm>
        </p:spPr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82800" y="4237355"/>
            <a:ext cx="1931035" cy="243840"/>
          </a:xfr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8800" y="4237355"/>
            <a:ext cx="1423035" cy="243840"/>
          </a:xfrm>
        </p:spPr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20025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7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14"/>
            <a:ext cx="5181600" cy="1000125"/>
          </a:xfrm>
        </p:spPr>
        <p:txBody>
          <a:bodyPr anchor="b"/>
          <a:lstStyle>
            <a:lvl1pPr marL="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1pPr>
            <a:lvl2pPr marL="30456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112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3pPr>
            <a:lvl4pPr marL="913672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218224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522784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827341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2131896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436448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14645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2"/>
            <a:ext cx="2692400" cy="3017309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2"/>
            <a:ext cx="2692400" cy="3017309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2883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7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560" indent="0">
              <a:buNone/>
              <a:defRPr sz="1300" b="1"/>
            </a:lvl2pPr>
            <a:lvl3pPr marL="609112" indent="0">
              <a:buNone/>
              <a:defRPr sz="1200" b="1"/>
            </a:lvl3pPr>
            <a:lvl4pPr marL="913672" indent="0">
              <a:buNone/>
              <a:defRPr sz="1100" b="1"/>
            </a:lvl4pPr>
            <a:lvl5pPr marL="1218224" indent="0">
              <a:buNone/>
              <a:defRPr sz="1100" b="1"/>
            </a:lvl5pPr>
            <a:lvl6pPr marL="1522784" indent="0">
              <a:buNone/>
              <a:defRPr sz="1100" b="1"/>
            </a:lvl6pPr>
            <a:lvl7pPr marL="1827341" indent="0">
              <a:buNone/>
              <a:defRPr sz="1100" b="1"/>
            </a:lvl7pPr>
            <a:lvl8pPr marL="2131896" indent="0">
              <a:buNone/>
              <a:defRPr sz="1100" b="1"/>
            </a:lvl8pPr>
            <a:lvl9pPr marL="2436448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7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6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560" indent="0">
              <a:buNone/>
              <a:defRPr sz="1300" b="1"/>
            </a:lvl2pPr>
            <a:lvl3pPr marL="609112" indent="0">
              <a:buNone/>
              <a:defRPr sz="1200" b="1"/>
            </a:lvl3pPr>
            <a:lvl4pPr marL="913672" indent="0">
              <a:buNone/>
              <a:defRPr sz="1100" b="1"/>
            </a:lvl4pPr>
            <a:lvl5pPr marL="1218224" indent="0">
              <a:buNone/>
              <a:defRPr sz="1100" b="1"/>
            </a:lvl5pPr>
            <a:lvl6pPr marL="1522784" indent="0">
              <a:buNone/>
              <a:defRPr sz="1100" b="1"/>
            </a:lvl6pPr>
            <a:lvl7pPr marL="1827341" indent="0">
              <a:buNone/>
              <a:defRPr sz="1100" b="1"/>
            </a:lvl7pPr>
            <a:lvl8pPr marL="2131896" indent="0">
              <a:buNone/>
              <a:defRPr sz="1100" b="1"/>
            </a:lvl8pPr>
            <a:lvl9pPr marL="2436448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6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15555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3102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56421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74" y="182041"/>
            <a:ext cx="3407833" cy="3902075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6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41"/>
            <a:ext cx="2005542" cy="3127375"/>
          </a:xfrm>
        </p:spPr>
        <p:txBody>
          <a:bodyPr/>
          <a:lstStyle>
            <a:lvl1pPr marL="0" indent="0">
              <a:buNone/>
              <a:defRPr sz="900"/>
            </a:lvl1pPr>
            <a:lvl2pPr marL="304560" indent="0">
              <a:buNone/>
              <a:defRPr sz="800"/>
            </a:lvl2pPr>
            <a:lvl3pPr marL="609112" indent="0">
              <a:buNone/>
              <a:defRPr sz="700"/>
            </a:lvl3pPr>
            <a:lvl4pPr marL="913672" indent="0">
              <a:buNone/>
              <a:defRPr sz="600"/>
            </a:lvl4pPr>
            <a:lvl5pPr marL="1218224" indent="0">
              <a:buNone/>
              <a:defRPr sz="600"/>
            </a:lvl5pPr>
            <a:lvl6pPr marL="1522784" indent="0">
              <a:buNone/>
              <a:defRPr sz="600"/>
            </a:lvl6pPr>
            <a:lvl7pPr marL="1827341" indent="0">
              <a:buNone/>
              <a:defRPr sz="600"/>
            </a:lvl7pPr>
            <a:lvl8pPr marL="2131896" indent="0">
              <a:buNone/>
              <a:defRPr sz="600"/>
            </a:lvl8pPr>
            <a:lvl9pPr marL="2436448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63984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7"/>
            <a:ext cx="3657600" cy="377825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00"/>
            </a:lvl1pPr>
            <a:lvl2pPr marL="304560" indent="0">
              <a:buNone/>
              <a:defRPr sz="1900"/>
            </a:lvl2pPr>
            <a:lvl3pPr marL="609112" indent="0">
              <a:buNone/>
              <a:defRPr sz="1600"/>
            </a:lvl3pPr>
            <a:lvl4pPr marL="913672" indent="0">
              <a:buNone/>
              <a:defRPr sz="1300"/>
            </a:lvl4pPr>
            <a:lvl5pPr marL="1218224" indent="0">
              <a:buNone/>
              <a:defRPr sz="1300"/>
            </a:lvl5pPr>
            <a:lvl6pPr marL="1522784" indent="0">
              <a:buNone/>
              <a:defRPr sz="1300"/>
            </a:lvl6pPr>
            <a:lvl7pPr marL="1827341" indent="0">
              <a:buNone/>
              <a:defRPr sz="1300"/>
            </a:lvl7pPr>
            <a:lvl8pPr marL="2131896" indent="0">
              <a:buNone/>
              <a:defRPr sz="1300"/>
            </a:lvl8pPr>
            <a:lvl9pPr marL="2436448" indent="0">
              <a:buNone/>
              <a:defRPr sz="13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32"/>
            <a:ext cx="3657600" cy="536575"/>
          </a:xfrm>
        </p:spPr>
        <p:txBody>
          <a:bodyPr/>
          <a:lstStyle>
            <a:lvl1pPr marL="0" indent="0">
              <a:buNone/>
              <a:defRPr sz="900"/>
            </a:lvl1pPr>
            <a:lvl2pPr marL="304560" indent="0">
              <a:buNone/>
              <a:defRPr sz="800"/>
            </a:lvl2pPr>
            <a:lvl3pPr marL="609112" indent="0">
              <a:buNone/>
              <a:defRPr sz="700"/>
            </a:lvl3pPr>
            <a:lvl4pPr marL="913672" indent="0">
              <a:buNone/>
              <a:defRPr sz="600"/>
            </a:lvl4pPr>
            <a:lvl5pPr marL="1218224" indent="0">
              <a:buNone/>
              <a:defRPr sz="600"/>
            </a:lvl5pPr>
            <a:lvl6pPr marL="1522784" indent="0">
              <a:buNone/>
              <a:defRPr sz="600"/>
            </a:lvl6pPr>
            <a:lvl7pPr marL="1827341" indent="0">
              <a:buNone/>
              <a:defRPr sz="600"/>
            </a:lvl7pPr>
            <a:lvl8pPr marL="2131896" indent="0">
              <a:buNone/>
              <a:defRPr sz="600"/>
            </a:lvl8pPr>
            <a:lvl9pPr marL="2436448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3473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05641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9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9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7750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08404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5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3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0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3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6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3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1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en-US"/>
              <a:t>마스터 부제목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F8166F1F-CE9B-4651-A6AA-CD717754106B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10/9/26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5487035" cy="3018155"/>
          </a:xfrm>
        </p:spPr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0" y="4237355"/>
            <a:ext cx="1423035" cy="243840"/>
          </a:xfrm>
        </p:spPr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82800" y="4237355"/>
            <a:ext cx="1931035" cy="243840"/>
          </a:xfr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8800" y="4237355"/>
            <a:ext cx="1423035" cy="243840"/>
          </a:xfrm>
        </p:spPr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04151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700" b="1" cap="all"/>
            </a:lvl1pPr>
          </a:lstStyle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1pPr>
            <a:lvl2pPr marL="30477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539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3pPr>
            <a:lvl4pPr marL="914309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219078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523848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82861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213338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438156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10/9/26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 2개" type="twoObj" preserve="1">
  <p:cSld name="제목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en-US"/>
              <a:t>둘째 수준</a:t>
            </a:r>
          </a:p>
          <a:p>
            <a:pPr lvl="2">
              <a:defRPr lang="ko-KR" altLang="en-US"/>
            </a:pPr>
            <a:r>
              <a:rPr lang="en-US"/>
              <a:t>셋째 수준</a:t>
            </a:r>
          </a:p>
          <a:p>
            <a:pPr lvl="3">
              <a:defRPr lang="ko-KR" altLang="en-US"/>
            </a:pPr>
            <a:r>
              <a:rPr lang="en-US"/>
              <a:t>넷째 수준</a:t>
            </a:r>
          </a:p>
          <a:p>
            <a:pPr lvl="4">
              <a:defRPr lang="ko-KR" altLang="en-US"/>
            </a:pPr>
            <a:r>
              <a:rPr lang="en-US"/>
              <a:t>다섯째 수준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en-US"/>
              <a:t>둘째 수준</a:t>
            </a:r>
          </a:p>
          <a:p>
            <a:pPr lvl="2">
              <a:defRPr lang="ko-KR" altLang="en-US"/>
            </a:pPr>
            <a:r>
              <a:rPr lang="en-US"/>
              <a:t>셋째 수준</a:t>
            </a:r>
          </a:p>
          <a:p>
            <a:pPr lvl="3">
              <a:defRPr lang="ko-KR" altLang="en-US"/>
            </a:pPr>
            <a:r>
              <a:rPr lang="en-US"/>
              <a:t>넷째 수준</a:t>
            </a:r>
          </a:p>
          <a:p>
            <a:pPr lvl="4">
              <a:defRPr lang="ko-KR" altLang="en-US"/>
            </a:pPr>
            <a:r>
              <a:rPr lang="en-US"/>
              <a:t>다섯째 수준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10/9/26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770" indent="0">
              <a:buNone/>
              <a:defRPr sz="1300" b="1"/>
            </a:lvl2pPr>
            <a:lvl3pPr marL="609539" indent="0">
              <a:buNone/>
              <a:defRPr sz="1200" b="1"/>
            </a:lvl3pPr>
            <a:lvl4pPr marL="914309" indent="0">
              <a:buNone/>
              <a:defRPr sz="1100" b="1"/>
            </a:lvl4pPr>
            <a:lvl5pPr marL="1219078" indent="0">
              <a:buNone/>
              <a:defRPr sz="1100" b="1"/>
            </a:lvl5pPr>
            <a:lvl6pPr marL="1523848" indent="0">
              <a:buNone/>
              <a:defRPr sz="1100" b="1"/>
            </a:lvl6pPr>
            <a:lvl7pPr marL="1828617" indent="0">
              <a:buNone/>
              <a:defRPr sz="1100" b="1"/>
            </a:lvl7pPr>
            <a:lvl8pPr marL="2133387" indent="0">
              <a:buNone/>
              <a:defRPr sz="1100" b="1"/>
            </a:lvl8pPr>
            <a:lvl9pPr marL="2438156" indent="0">
              <a:buNone/>
              <a:defRPr sz="1100" b="1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en-US"/>
              <a:t>둘째 수준</a:t>
            </a:r>
          </a:p>
          <a:p>
            <a:pPr lvl="2">
              <a:defRPr lang="ko-KR" altLang="en-US"/>
            </a:pPr>
            <a:r>
              <a:rPr lang="en-US"/>
              <a:t>셋째 수준</a:t>
            </a:r>
          </a:p>
          <a:p>
            <a:pPr lvl="3">
              <a:defRPr lang="ko-KR" altLang="en-US"/>
            </a:pPr>
            <a:r>
              <a:rPr lang="en-US"/>
              <a:t>넷째 수준</a:t>
            </a:r>
          </a:p>
          <a:p>
            <a:pPr lvl="4">
              <a:defRPr lang="ko-KR" altLang="en-US"/>
            </a:pPr>
            <a:r>
              <a:rPr lang="en-US"/>
              <a:t>다섯째 수준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770" indent="0">
              <a:buNone/>
              <a:defRPr sz="1300" b="1"/>
            </a:lvl2pPr>
            <a:lvl3pPr marL="609539" indent="0">
              <a:buNone/>
              <a:defRPr sz="1200" b="1"/>
            </a:lvl3pPr>
            <a:lvl4pPr marL="914309" indent="0">
              <a:buNone/>
              <a:defRPr sz="1100" b="1"/>
            </a:lvl4pPr>
            <a:lvl5pPr marL="1219078" indent="0">
              <a:buNone/>
              <a:defRPr sz="1100" b="1"/>
            </a:lvl5pPr>
            <a:lvl6pPr marL="1523848" indent="0">
              <a:buNone/>
              <a:defRPr sz="1100" b="1"/>
            </a:lvl6pPr>
            <a:lvl7pPr marL="1828617" indent="0">
              <a:buNone/>
              <a:defRPr sz="1100" b="1"/>
            </a:lvl7pPr>
            <a:lvl8pPr marL="2133387" indent="0">
              <a:buNone/>
              <a:defRPr sz="1100" b="1"/>
            </a:lvl8pPr>
            <a:lvl9pPr marL="2438156" indent="0">
              <a:buNone/>
              <a:defRPr sz="1100" b="1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en-US"/>
              <a:t>둘째 수준</a:t>
            </a:r>
          </a:p>
          <a:p>
            <a:pPr lvl="2">
              <a:defRPr lang="ko-KR" altLang="en-US"/>
            </a:pPr>
            <a:r>
              <a:rPr lang="en-US"/>
              <a:t>셋째 수준</a:t>
            </a:r>
          </a:p>
          <a:p>
            <a:pPr lvl="3">
              <a:defRPr lang="ko-KR" altLang="en-US"/>
            </a:pPr>
            <a:r>
              <a:rPr lang="en-US"/>
              <a:t>넷째 수준</a:t>
            </a:r>
          </a:p>
          <a:p>
            <a:pPr lvl="4">
              <a:defRPr lang="ko-KR" altLang="en-US"/>
            </a:pPr>
            <a:r>
              <a:rPr lang="en-US"/>
              <a:t>다섯째 수준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10/9/26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10/9/26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10/9/26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및 설명" type="objTx" preserve="1">
  <p:cSld name="내용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00" b="1"/>
            </a:lvl1pPr>
          </a:lstStyle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6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en-US"/>
              <a:t>둘째 수준</a:t>
            </a:r>
          </a:p>
          <a:p>
            <a:pPr lvl="2">
              <a:defRPr lang="ko-KR" altLang="en-US"/>
            </a:pPr>
            <a:r>
              <a:rPr lang="en-US"/>
              <a:t>셋째 수준</a:t>
            </a:r>
          </a:p>
          <a:p>
            <a:pPr lvl="3">
              <a:defRPr lang="ko-KR" altLang="en-US"/>
            </a:pPr>
            <a:r>
              <a:rPr lang="en-US"/>
              <a:t>넷째 수준</a:t>
            </a:r>
          </a:p>
          <a:p>
            <a:pPr lvl="4">
              <a:defRPr lang="ko-KR" altLang="en-US"/>
            </a:pPr>
            <a:r>
              <a:rPr lang="en-US"/>
              <a:t>다섯째 수준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00"/>
            </a:lvl1pPr>
            <a:lvl2pPr marL="304770" indent="0">
              <a:buNone/>
              <a:defRPr sz="800"/>
            </a:lvl2pPr>
            <a:lvl3pPr marL="609539" indent="0">
              <a:buNone/>
              <a:defRPr sz="700"/>
            </a:lvl3pPr>
            <a:lvl4pPr marL="914309" indent="0">
              <a:buNone/>
              <a:defRPr sz="600"/>
            </a:lvl4pPr>
            <a:lvl5pPr marL="1219078" indent="0">
              <a:buNone/>
              <a:defRPr sz="600"/>
            </a:lvl5pPr>
            <a:lvl6pPr marL="1523848" indent="0">
              <a:buNone/>
              <a:defRPr sz="600"/>
            </a:lvl6pPr>
            <a:lvl7pPr marL="1828617" indent="0">
              <a:buNone/>
              <a:defRPr sz="600"/>
            </a:lvl7pPr>
            <a:lvl8pPr marL="2133387" indent="0">
              <a:buNone/>
              <a:defRPr sz="600"/>
            </a:lvl8pPr>
            <a:lvl9pPr marL="2438156" indent="0">
              <a:buNone/>
              <a:defRPr sz="600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10/9/26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그림 및 설명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00" b="1"/>
            </a:lvl1pPr>
          </a:lstStyle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00"/>
            </a:lvl1pPr>
            <a:lvl2pPr marL="304770" indent="0">
              <a:buNone/>
              <a:defRPr sz="1900"/>
            </a:lvl2pPr>
            <a:lvl3pPr marL="609539" indent="0">
              <a:buNone/>
              <a:defRPr sz="1600"/>
            </a:lvl3pPr>
            <a:lvl4pPr marL="914309" indent="0">
              <a:buNone/>
              <a:defRPr sz="1300"/>
            </a:lvl4pPr>
            <a:lvl5pPr marL="1219078" indent="0">
              <a:buNone/>
              <a:defRPr sz="1300"/>
            </a:lvl5pPr>
            <a:lvl6pPr marL="1523848" indent="0">
              <a:buNone/>
              <a:defRPr sz="1300"/>
            </a:lvl6pPr>
            <a:lvl7pPr marL="1828617" indent="0">
              <a:buNone/>
              <a:defRPr sz="1300"/>
            </a:lvl7pPr>
            <a:lvl8pPr marL="2133387" indent="0">
              <a:buNone/>
              <a:defRPr sz="1300"/>
            </a:lvl8pPr>
            <a:lvl9pPr marL="2438156" indent="0">
              <a:buNone/>
              <a:defRPr sz="1300"/>
            </a:lvl9pPr>
          </a:lstStyle>
          <a:p>
            <a:pPr lvl="0">
              <a:defRPr lang="ko-KR" altLang="en-US"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00"/>
            </a:lvl1pPr>
            <a:lvl2pPr marL="304770" indent="0">
              <a:buNone/>
              <a:defRPr sz="800"/>
            </a:lvl2pPr>
            <a:lvl3pPr marL="609539" indent="0">
              <a:buNone/>
              <a:defRPr sz="700"/>
            </a:lvl3pPr>
            <a:lvl4pPr marL="914309" indent="0">
              <a:buNone/>
              <a:defRPr sz="600"/>
            </a:lvl4pPr>
            <a:lvl5pPr marL="1219078" indent="0">
              <a:buNone/>
              <a:defRPr sz="600"/>
            </a:lvl5pPr>
            <a:lvl6pPr marL="1523848" indent="0">
              <a:buNone/>
              <a:defRPr sz="600"/>
            </a:lvl6pPr>
            <a:lvl7pPr marL="1828617" indent="0">
              <a:buNone/>
              <a:defRPr sz="600"/>
            </a:lvl7pPr>
            <a:lvl8pPr marL="2133387" indent="0">
              <a:buNone/>
              <a:defRPr sz="600"/>
            </a:lvl8pPr>
            <a:lvl9pPr marL="2438156" indent="0">
              <a:buNone/>
              <a:defRPr sz="600"/>
            </a:lvl9pPr>
          </a:lstStyle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10/9/26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본문" type="vertTx" preserve="1">
  <p:cSld name="제목 및 세로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en-US"/>
              <a:t>둘째 수준</a:t>
            </a:r>
          </a:p>
          <a:p>
            <a:pPr lvl="2">
              <a:defRPr lang="ko-KR" altLang="en-US"/>
            </a:pPr>
            <a:r>
              <a:rPr lang="en-US"/>
              <a:t>셋째 수준</a:t>
            </a:r>
          </a:p>
          <a:p>
            <a:pPr lvl="3">
              <a:defRPr lang="ko-KR" altLang="en-US"/>
            </a:pPr>
            <a:r>
              <a:rPr lang="en-US"/>
              <a:t>넷째 수준</a:t>
            </a:r>
          </a:p>
          <a:p>
            <a:pPr lvl="4">
              <a:defRPr lang="ko-KR" altLang="en-US"/>
            </a:pPr>
            <a:r>
              <a:rPr lang="en-US"/>
              <a:t>다섯째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10/9/26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본문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en-US"/>
              <a:t>마스터 제목 스타일 편집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en-US"/>
              <a:t>둘째 수준</a:t>
            </a:r>
          </a:p>
          <a:p>
            <a:pPr lvl="2">
              <a:defRPr lang="ko-KR" altLang="en-US"/>
            </a:pPr>
            <a:r>
              <a:rPr lang="en-US"/>
              <a:t>셋째 수준</a:t>
            </a:r>
          </a:p>
          <a:p>
            <a:pPr lvl="3">
              <a:defRPr lang="ko-KR" altLang="en-US"/>
            </a:pPr>
            <a:r>
              <a:rPr lang="en-US"/>
              <a:t>넷째 수준</a:t>
            </a:r>
          </a:p>
          <a:p>
            <a:pPr lvl="4">
              <a:defRPr lang="ko-KR" altLang="en-US"/>
            </a:pPr>
            <a:r>
              <a:rPr lang="en-US"/>
              <a:t>다섯째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76116CE-C4A3-4A05-B2D7-7C2E9A889C0F}" type="datetime1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10/9/26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B1393E5F-521B-4CAD-9D3A-AE923D912DCE}" type="slidenum">
              <a:rPr 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>
            <a:off x="457200" y="1420495"/>
            <a:ext cx="5182235" cy="980440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>
            <a:off x="914400" y="2590800"/>
            <a:ext cx="4267835" cy="116903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subtitle style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670" cy="763270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5487670" cy="301879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670" cy="244475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669" cy="244475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670" cy="244475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481330" y="2938145"/>
            <a:ext cx="5182235" cy="90868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481330" y="1938020"/>
            <a:ext cx="5182235" cy="1000760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2693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3098800" y="1066800"/>
            <a:ext cx="2693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304800" y="1023620"/>
            <a:ext cx="2694305" cy="42735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304800" y="1449705"/>
            <a:ext cx="2694305" cy="263461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body"/>
          </p:nvPr>
        </p:nvSpPr>
        <p:spPr>
          <a:xfrm>
            <a:off x="3096895" y="1023620"/>
            <a:ext cx="2694940" cy="42735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/>
          </p:nvPr>
        </p:nvSpPr>
        <p:spPr>
          <a:xfrm>
            <a:off x="3096895" y="1449705"/>
            <a:ext cx="2694940" cy="263461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8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9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245"/>
            <a:ext cx="2005965" cy="77533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2383155" y="182245"/>
            <a:ext cx="3408680" cy="39027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304800" y="956945"/>
            <a:ext cx="2005965" cy="31280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1195070" y="3200400"/>
            <a:ext cx="3658234" cy="378460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>
            <a:off x="1195070" y="408305"/>
            <a:ext cx="3658234" cy="2743835"/>
          </a:xfrm>
          <a:prstGeom prst="rect">
            <a:avLst/>
          </a:prstGeom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1195070" y="3578225"/>
            <a:ext cx="3658234" cy="5372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eaVert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>
            <a:off x="4419600" y="182880"/>
            <a:ext cx="1372235" cy="3901440"/>
          </a:xfrm>
          <a:prstGeom prst="rect">
            <a:avLst/>
          </a:prstGeom>
        </p:spPr>
        <p:txBody>
          <a:bodyPr vert="eaVert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304800" y="182880"/>
            <a:ext cx="4013835" cy="3901440"/>
          </a:xfrm>
          <a:prstGeom prst="rect">
            <a:avLst/>
          </a:prstGeom>
        </p:spPr>
        <p:txBody>
          <a:bodyPr vert="eaVert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5487035" cy="3018155"/>
          </a:xfrm>
        </p:spPr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0" y="4237355"/>
            <a:ext cx="1423035" cy="243840"/>
          </a:xfrm>
        </p:spPr>
        <p:txBody>
          <a:bodyPr/>
          <a:lstStyle/>
          <a:p>
            <a:fld id="{A76116CE-C4A3-4A05-B2D7-7C2E9A889C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82800" y="4237355"/>
            <a:ext cx="1931035" cy="243840"/>
          </a:xfr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8800" y="4237355"/>
            <a:ext cx="1423035" cy="243840"/>
          </a:xfrm>
        </p:spPr>
        <p:txBody>
          <a:bodyPr/>
          <a:lstStyle/>
          <a:p>
            <a:fld id="{B1393E5F-521B-4CAD-9D3A-AE923D912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425660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>
            <a:off x="457200" y="1420495"/>
            <a:ext cx="5182235" cy="980440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>
            <a:off x="914400" y="2590800"/>
            <a:ext cx="4267835" cy="116903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subtitle style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481330" y="2938145"/>
            <a:ext cx="5182235" cy="90868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481330" y="1938020"/>
            <a:ext cx="5182235" cy="1000760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2693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3098800" y="1066800"/>
            <a:ext cx="2693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304800" y="1023620"/>
            <a:ext cx="2694305" cy="42735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304800" y="1449705"/>
            <a:ext cx="2694305" cy="263461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body"/>
          </p:nvPr>
        </p:nvSpPr>
        <p:spPr>
          <a:xfrm>
            <a:off x="3096895" y="1023620"/>
            <a:ext cx="2694940" cy="42735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/>
          </p:nvPr>
        </p:nvSpPr>
        <p:spPr>
          <a:xfrm>
            <a:off x="3096895" y="1449705"/>
            <a:ext cx="2694940" cy="263461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8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9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245"/>
            <a:ext cx="2005965" cy="77533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2383155" y="182245"/>
            <a:ext cx="3408680" cy="39027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304800" y="956945"/>
            <a:ext cx="2005965" cy="31280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1195070" y="3200400"/>
            <a:ext cx="3658234" cy="378460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>
            <a:off x="1195070" y="408305"/>
            <a:ext cx="3658234" cy="2743835"/>
          </a:xfrm>
          <a:prstGeom prst="rect">
            <a:avLst/>
          </a:prstGeom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1195070" y="3578225"/>
            <a:ext cx="3658234" cy="5372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eaVert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>
            <a:off x="4419600" y="182880"/>
            <a:ext cx="1372235" cy="3901440"/>
          </a:xfrm>
          <a:prstGeom prst="rect">
            <a:avLst/>
          </a:prstGeom>
        </p:spPr>
        <p:txBody>
          <a:bodyPr vert="eaVert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304800" y="182880"/>
            <a:ext cx="4013835" cy="3901440"/>
          </a:xfrm>
          <a:prstGeom prst="rect">
            <a:avLst/>
          </a:prstGeom>
        </p:spPr>
        <p:txBody>
          <a:bodyPr vert="eaVert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>
            <a:off x="457200" y="1420495"/>
            <a:ext cx="5182235" cy="980440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>
            <a:off x="914400" y="2590800"/>
            <a:ext cx="4267835" cy="116903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subtitle style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481330" y="2938145"/>
            <a:ext cx="5182235" cy="90868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481330" y="1938020"/>
            <a:ext cx="5182235" cy="1000760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04800" y="1066800"/>
            <a:ext cx="2693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3098800" y="1066800"/>
            <a:ext cx="2693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304800" y="1023620"/>
            <a:ext cx="2694305" cy="42735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304800" y="1449705"/>
            <a:ext cx="2694305" cy="263461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body"/>
          </p:nvPr>
        </p:nvSpPr>
        <p:spPr>
          <a:xfrm>
            <a:off x="3096895" y="1023620"/>
            <a:ext cx="2694940" cy="42735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/>
          </p:nvPr>
        </p:nvSpPr>
        <p:spPr>
          <a:xfrm>
            <a:off x="3096895" y="1449705"/>
            <a:ext cx="2694940" cy="263461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8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9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245"/>
            <a:ext cx="2005965" cy="775335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2383155" y="182245"/>
            <a:ext cx="3408680" cy="39027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304800" y="956945"/>
            <a:ext cx="2005965" cy="31280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1195070" y="3200400"/>
            <a:ext cx="3658234" cy="378460"/>
          </a:xfrm>
          <a:prstGeom prst="rect">
            <a:avLst/>
          </a:prstGeom>
        </p:spPr>
        <p:txBody>
          <a:bodyPr vert="horz" wrap="square" lIns="60960" tIns="30480" rIns="60960" bIns="30480" anchor="b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>
            <a:off x="1195070" y="408305"/>
            <a:ext cx="3658234" cy="2743835"/>
          </a:xfrm>
          <a:prstGeom prst="rect">
            <a:avLst/>
          </a:prstGeom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1195070" y="3578225"/>
            <a:ext cx="3658234" cy="537210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eaVert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>
            <a:off x="4419600" y="182880"/>
            <a:ext cx="1372235" cy="3901440"/>
          </a:xfrm>
          <a:prstGeom prst="rect">
            <a:avLst/>
          </a:prstGeom>
        </p:spPr>
        <p:txBody>
          <a:bodyPr vert="eaVert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304800" y="182880"/>
            <a:ext cx="4013835" cy="3901440"/>
          </a:xfrm>
          <a:prstGeom prst="rect">
            <a:avLst/>
          </a:prstGeom>
        </p:spPr>
        <p:txBody>
          <a:bodyPr vert="eaVert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60900" tIns="30450" rIns="60900" bIns="3045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2"/>
            <a:ext cx="5486400" cy="3017309"/>
          </a:xfrm>
          <a:prstGeom prst="rect">
            <a:avLst/>
          </a:prstGeom>
        </p:spPr>
        <p:txBody>
          <a:bodyPr vert="horz" lIns="60900" tIns="30450" rIns="60900" bIns="3045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74"/>
            <a:ext cx="1422400" cy="243417"/>
          </a:xfrm>
          <a:prstGeom prst="rect">
            <a:avLst/>
          </a:prstGeom>
        </p:spPr>
        <p:txBody>
          <a:bodyPr vert="horz" lIns="60900" tIns="30450" rIns="60900" bIns="3045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8990" latinLnBrk="0"/>
            <a:fld id="{F8166F1F-CE9B-4651-A6AA-CD717754106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8990" latinLnBrk="0"/>
              <a:t>10/9/26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74"/>
            <a:ext cx="1930400" cy="243417"/>
          </a:xfrm>
          <a:prstGeom prst="rect">
            <a:avLst/>
          </a:prstGeom>
        </p:spPr>
        <p:txBody>
          <a:bodyPr vert="horz" lIns="60900" tIns="30450" rIns="60900" bIns="3045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8990" latinLnBrk="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74"/>
            <a:ext cx="1422400" cy="243417"/>
          </a:xfrm>
          <a:prstGeom prst="rect">
            <a:avLst/>
          </a:prstGeom>
        </p:spPr>
        <p:txBody>
          <a:bodyPr vert="horz" lIns="60900" tIns="30450" rIns="60900" bIns="3045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8990" latinLnBrk="0"/>
            <a:fld id="{F7021451-1387-4CA6-816F-3879F97B5CB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8990" latinLnBrk="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3439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6944" r:id="rId12"/>
  </p:sldLayoutIdLst>
  <p:txStyles>
    <p:titleStyle>
      <a:lvl1pPr algn="ctr" defTabSz="608990" rtl="0" eaLnBrk="1" latinLnBrk="0" hangingPunct="1"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370" indent="-228370" algn="l" defTabSz="608990" rtl="0" eaLnBrk="1" latinLnBrk="0" hangingPunct="1">
        <a:spcBef>
          <a:spcPct val="20000"/>
        </a:spcBef>
        <a:buFont typeface="Arial" pitchFamily="34" charset="0"/>
        <a:buChar char="�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94804" indent="-190310" algn="l" defTabSz="608990" rtl="0" eaLnBrk="1" latinLnBrk="0" hangingPunct="1">
        <a:spcBef>
          <a:spcPct val="20000"/>
        </a:spcBef>
        <a:buFont typeface="Arial" pitchFamily="34" charset="0"/>
        <a:buChar char="�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761240" indent="-152250" algn="l" defTabSz="608990" rtl="0" eaLnBrk="1" latinLnBrk="0" hangingPunct="1">
        <a:spcBef>
          <a:spcPct val="20000"/>
        </a:spcBef>
        <a:buFont typeface="Arial" pitchFamily="34" charset="0"/>
        <a:buChar char="�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5739" indent="-152250" algn="l" defTabSz="608990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70230" indent="-152250" algn="l" defTabSz="608990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74721" indent="-152250" algn="l" defTabSz="608990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79220" indent="-152250" algn="l" defTabSz="608990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83719" indent="-152250" algn="l" defTabSz="608990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88210" indent="-152250" algn="l" defTabSz="608990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50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899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349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798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248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6977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147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5960" algn="l" defTabSz="60899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2880"/>
            <a:ext cx="5486400" cy="762000"/>
          </a:xfrm>
          <a:prstGeom prst="rect">
            <a:avLst/>
          </a:prstGeom>
        </p:spPr>
        <p:txBody>
          <a:bodyPr vert="horz" lIns="60912" tIns="30456" rIns="60912" bIns="30456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520"/>
          </a:xfrm>
          <a:prstGeom prst="rect">
            <a:avLst/>
          </a:prstGeom>
        </p:spPr>
        <p:txBody>
          <a:bodyPr vert="horz" lIns="60912" tIns="30456" rIns="60912" bIns="3045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355"/>
            <a:ext cx="1422400" cy="243205"/>
          </a:xfrm>
          <a:prstGeom prst="rect">
            <a:avLst/>
          </a:prstGeom>
        </p:spPr>
        <p:txBody>
          <a:bodyPr vert="horz" lIns="60912" tIns="30456" rIns="60912" bIns="30456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112" latinLnBrk="0"/>
            <a:fld id="{F8166F1F-CE9B-4651-A6AA-CD717754106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112" latinLnBrk="0"/>
              <a:t>10/9/26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355"/>
            <a:ext cx="1930400" cy="243205"/>
          </a:xfrm>
          <a:prstGeom prst="rect">
            <a:avLst/>
          </a:prstGeom>
        </p:spPr>
        <p:txBody>
          <a:bodyPr vert="horz" lIns="60912" tIns="30456" rIns="60912" bIns="30456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112" latinLnBrk="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355"/>
            <a:ext cx="1422400" cy="243205"/>
          </a:xfrm>
          <a:prstGeom prst="rect">
            <a:avLst/>
          </a:prstGeom>
        </p:spPr>
        <p:txBody>
          <a:bodyPr vert="horz" lIns="60912" tIns="30456" rIns="60912" bIns="30456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112" latinLnBrk="0"/>
            <a:fld id="{F7021451-1387-4CA6-816F-3879F97B5CB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112" latinLnBrk="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4041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95" r:id="rId1"/>
    <p:sldLayoutId id="2147484796" r:id="rId2"/>
    <p:sldLayoutId id="2147484797" r:id="rId3"/>
    <p:sldLayoutId id="2147484798" r:id="rId4"/>
    <p:sldLayoutId id="2147484799" r:id="rId5"/>
    <p:sldLayoutId id="2147484800" r:id="rId6"/>
    <p:sldLayoutId id="2147484801" r:id="rId7"/>
    <p:sldLayoutId id="2147484802" r:id="rId8"/>
    <p:sldLayoutId id="2147484803" r:id="rId9"/>
    <p:sldLayoutId id="2147484804" r:id="rId10"/>
    <p:sldLayoutId id="2147484805" r:id="rId11"/>
    <p:sldLayoutId id="2147486943" r:id="rId12"/>
  </p:sldLayoutIdLst>
  <p:txStyles>
    <p:titleStyle>
      <a:lvl1pPr algn="ctr" defTabSz="609112" rtl="0" eaLnBrk="1" latinLnBrk="0" hangingPunct="1"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16" indent="-228416" algn="l" defTabSz="609112" rtl="0" eaLnBrk="1" latinLnBrk="0" hangingPunct="1">
        <a:spcBef>
          <a:spcPct val="20000"/>
        </a:spcBef>
        <a:buFont typeface="Arial" pitchFamily="34" charset="0"/>
        <a:buChar char="�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94902" indent="-190348" algn="l" defTabSz="609112" rtl="0" eaLnBrk="1" latinLnBrk="0" hangingPunct="1">
        <a:spcBef>
          <a:spcPct val="20000"/>
        </a:spcBef>
        <a:buFont typeface="Arial" pitchFamily="34" charset="0"/>
        <a:buChar char="�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761392" indent="-152280" algn="l" defTabSz="609112" rtl="0" eaLnBrk="1" latinLnBrk="0" hangingPunct="1">
        <a:spcBef>
          <a:spcPct val="20000"/>
        </a:spcBef>
        <a:buFont typeface="Arial" pitchFamily="34" charset="0"/>
        <a:buChar char="�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5951" indent="-152280" algn="l" defTabSz="609112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70504" indent="-152280" algn="l" defTabSz="609112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75056" indent="-152280" algn="l" defTabSz="609112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79616" indent="-152280" algn="l" defTabSz="609112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84175" indent="-152280" algn="l" defTabSz="609112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88728" indent="-152280" algn="l" defTabSz="609112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560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112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3672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8224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2784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7341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1896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6448" algn="l" defTabSz="6091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2880"/>
            <a:ext cx="5486400" cy="762000"/>
          </a:xfrm>
          <a:prstGeom prst="rect">
            <a:avLst/>
          </a:prstGeom>
        </p:spPr>
        <p:txBody>
          <a:bodyPr vert="horz" lIns="60954" tIns="30477" rIns="60954" bIns="30477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520"/>
          </a:xfrm>
          <a:prstGeom prst="rect">
            <a:avLst/>
          </a:prstGeom>
        </p:spPr>
        <p:txBody>
          <a:bodyPr vert="horz" lIns="60954" tIns="30477" rIns="60954" bIns="30477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355"/>
            <a:ext cx="1422400" cy="243205"/>
          </a:xfrm>
          <a:prstGeom prst="rect">
            <a:avLst/>
          </a:prstGeom>
        </p:spPr>
        <p:txBody>
          <a:bodyPr vert="horz" lIns="60954" tIns="30477" rIns="60954" bIns="30477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39" latinLnBrk="0"/>
            <a:fld id="{F8166F1F-CE9B-4651-A6AA-CD717754106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539" latinLnBrk="0"/>
              <a:t>10/9/26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355"/>
            <a:ext cx="1930400" cy="243205"/>
          </a:xfrm>
          <a:prstGeom prst="rect">
            <a:avLst/>
          </a:prstGeom>
        </p:spPr>
        <p:txBody>
          <a:bodyPr vert="horz" lIns="60954" tIns="30477" rIns="60954" bIns="30477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39" latinLnBrk="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355"/>
            <a:ext cx="1422400" cy="243205"/>
          </a:xfrm>
          <a:prstGeom prst="rect">
            <a:avLst/>
          </a:prstGeom>
        </p:spPr>
        <p:txBody>
          <a:bodyPr vert="horz" lIns="60954" tIns="30477" rIns="60954" bIns="30477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39" latinLnBrk="0"/>
            <a:fld id="{F7021451-1387-4CA6-816F-3879F97B5CB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539" latinLnBrk="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920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06" r:id="rId1"/>
    <p:sldLayoutId id="2147484807" r:id="rId2"/>
    <p:sldLayoutId id="2147484808" r:id="rId3"/>
    <p:sldLayoutId id="2147484809" r:id="rId4"/>
    <p:sldLayoutId id="2147484810" r:id="rId5"/>
    <p:sldLayoutId id="2147484811" r:id="rId6"/>
    <p:sldLayoutId id="2147484812" r:id="rId7"/>
    <p:sldLayoutId id="2147484813" r:id="rId8"/>
    <p:sldLayoutId id="2147484814" r:id="rId9"/>
    <p:sldLayoutId id="2147484815" r:id="rId10"/>
    <p:sldLayoutId id="2147484816" r:id="rId11"/>
  </p:sldLayoutIdLst>
  <p:txStyles>
    <p:titleStyle>
      <a:lvl1pPr algn="ctr" defTabSz="609539" rtl="0" eaLnBrk="1" latinLnBrk="0" hangingPunct="1"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77" indent="-228577" algn="l" defTabSz="609539" rtl="0" eaLnBrk="1" latinLnBrk="0" hangingPunct="1">
        <a:spcBef>
          <a:spcPct val="20000"/>
        </a:spcBef>
        <a:buFont typeface="Arial" pitchFamily="34" charset="0"/>
        <a:buChar char="�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95250" indent="-190481" algn="l" defTabSz="609539" rtl="0" eaLnBrk="1" latinLnBrk="0" hangingPunct="1">
        <a:spcBef>
          <a:spcPct val="20000"/>
        </a:spcBef>
        <a:buFont typeface="Arial" pitchFamily="34" charset="0"/>
        <a:buChar char="�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24" indent="-152385" algn="l" defTabSz="609539" rtl="0" eaLnBrk="1" latinLnBrk="0" hangingPunct="1">
        <a:spcBef>
          <a:spcPct val="20000"/>
        </a:spcBef>
        <a:buFont typeface="Arial" pitchFamily="34" charset="0"/>
        <a:buChar char="�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693" indent="-152385" algn="l" defTabSz="609539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463" indent="-152385" algn="l" defTabSz="609539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232" indent="-152385" algn="l" defTabSz="609539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002" indent="-152385" algn="l" defTabSz="609539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85771" indent="-152385" algn="l" defTabSz="609539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541" indent="-152385" algn="l" defTabSz="609539" rtl="0" eaLnBrk="1" latinLnBrk="0" hangingPunct="1">
        <a:spcBef>
          <a:spcPct val="20000"/>
        </a:spcBef>
        <a:buFont typeface="Arial" pitchFamily="34" charset="0"/>
        <a:buChar char="�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770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539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309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078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3848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617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387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156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53" r:id="rId1"/>
    <p:sldLayoutId id="2147484854" r:id="rId2"/>
    <p:sldLayoutId id="2147484855" r:id="rId3"/>
    <p:sldLayoutId id="2147484856" r:id="rId4"/>
    <p:sldLayoutId id="2147484857" r:id="rId5"/>
    <p:sldLayoutId id="2147484858" r:id="rId6"/>
    <p:sldLayoutId id="2147484859" r:id="rId7"/>
    <p:sldLayoutId id="2147484860" r:id="rId8"/>
    <p:sldLayoutId id="2147484861" r:id="rId9"/>
    <p:sldLayoutId id="2147484862" r:id="rId10"/>
    <p:sldLayoutId id="2147484863" r:id="rId11"/>
    <p:sldLayoutId id="2147486945" r:id="rId12"/>
  </p:sldLayoutIdLst>
  <p:txStyles>
    <p:titleStyle>
      <a:lvl1pPr marL="0" indent="0" algn="ctr" defTabSz="914400" latinLnBrk="1">
        <a:buNone/>
        <a:defRPr lang="ko-KR" sz="4400" baseline="0" smtClean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342900" indent="-342900" algn="l" defTabSz="914400" latinLnBrk="1">
        <a:spcBef>
          <a:spcPct val="20000"/>
        </a:spcBef>
        <a:buFont typeface="Arial"/>
        <a:buChar char="0"/>
        <a:defRPr lang="ko-KR" sz="2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defTabSz="914400" latinLnBrk="1">
        <a:buChar char="-"/>
        <a:defRPr lang="ko-KR" sz="2400" smtClean="0"/>
      </a:lvl2pPr>
      <a:lvl3pPr marL="1143000" lvl="2" indent="-228600" defTabSz="914400" latinLnBrk="1">
        <a:buChar char="0"/>
        <a:defRPr lang="ko-KR" sz="2000" smtClean="0"/>
      </a:lvl3pPr>
      <a:lvl4pPr marL="1600200" lvl="3" indent="-228600" defTabSz="914400" latinLnBrk="1">
        <a:buChar char="-"/>
        <a:defRPr lang="ko-KR" sz="1800" smtClean="0"/>
      </a:lvl4pPr>
      <a:lvl5pPr marL="2057400" lvl="4" indent="-228600" defTabSz="914400" latinLnBrk="1">
        <a:buChar char="-69"/>
        <a:defRPr lang="ko-KR" sz="1800" smtClean="0"/>
      </a:lvl5pPr>
    </p:bodyStyle>
    <p:otherStyle>
      <a:lvl1pPr marL="0" indent="0" algn="l" defTabSz="914400" latinLnBrk="1">
        <a:buNone/>
        <a:defRPr lang="ko-KR" sz="1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defTabSz="914400" latinLnBrk="1">
        <a:defRPr lang="ko-KR" smtClean="0"/>
      </a:lvl2pPr>
      <a:lvl3pPr marL="914400" lvl="2" indent="0" defTabSz="914400" latinLnBrk="1">
        <a:defRPr lang="ko-KR" smtClean="0"/>
      </a:lvl3pPr>
      <a:lvl4pPr marL="1371600" lvl="3" indent="0" defTabSz="914400" latinLnBrk="1">
        <a:defRPr lang="ko-KR" smtClean="0"/>
      </a:lvl4pPr>
      <a:lvl5pPr marL="1828800" lvl="4" indent="0" defTabSz="914400" latinLnBrk="1">
        <a:defRPr lang="ko-KR" smtClean="0"/>
      </a:lvl5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19" r:id="rId1"/>
    <p:sldLayoutId id="2147485820" r:id="rId2"/>
    <p:sldLayoutId id="2147485821" r:id="rId3"/>
    <p:sldLayoutId id="2147485822" r:id="rId4"/>
    <p:sldLayoutId id="2147485823" r:id="rId5"/>
    <p:sldLayoutId id="2147485824" r:id="rId6"/>
    <p:sldLayoutId id="2147485825" r:id="rId7"/>
    <p:sldLayoutId id="2147485826" r:id="rId8"/>
    <p:sldLayoutId id="2147485827" r:id="rId9"/>
    <p:sldLayoutId id="2147485828" r:id="rId10"/>
    <p:sldLayoutId id="2147485829" r:id="rId11"/>
  </p:sldLayoutIdLst>
  <p:txStyles>
    <p:titleStyle>
      <a:lvl1pPr marL="0" indent="0" algn="ctr" defTabSz="914400" latinLnBrk="1">
        <a:buNone/>
        <a:defRPr lang="ko-KR" sz="4400" baseline="0" smtClean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342900" indent="-342900" algn="l" defTabSz="914400" latinLnBrk="1">
        <a:spcBef>
          <a:spcPct val="20000"/>
        </a:spcBef>
        <a:buFont typeface="Arial"/>
        <a:buChar char="0"/>
        <a:defRPr lang="ko-KR" sz="2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defTabSz="914400" latinLnBrk="1">
        <a:buChar char="-"/>
        <a:defRPr lang="ko-KR" sz="2400" smtClean="0"/>
      </a:lvl2pPr>
      <a:lvl3pPr marL="1143000" lvl="2" indent="-228600" defTabSz="914400" latinLnBrk="1">
        <a:buChar char="0"/>
        <a:defRPr lang="ko-KR" sz="2000" smtClean="0"/>
      </a:lvl3pPr>
      <a:lvl4pPr marL="1600200" lvl="3" indent="-228600" defTabSz="914400" latinLnBrk="1">
        <a:buChar char="-"/>
        <a:defRPr lang="ko-KR" sz="1800" smtClean="0"/>
      </a:lvl4pPr>
      <a:lvl5pPr marL="2057400" lvl="4" indent="-228600" defTabSz="914400" latinLnBrk="1">
        <a:buChar char="-69"/>
        <a:defRPr lang="ko-KR" sz="1800" smtClean="0"/>
      </a:lvl5pPr>
    </p:bodyStyle>
    <p:otherStyle>
      <a:lvl1pPr marL="0" indent="0" algn="l" defTabSz="914400" latinLnBrk="1">
        <a:buNone/>
        <a:defRPr lang="ko-KR" sz="1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defTabSz="914400" latinLnBrk="1">
        <a:defRPr lang="ko-KR" smtClean="0"/>
      </a:lvl2pPr>
      <a:lvl3pPr marL="914400" lvl="2" indent="0" defTabSz="914400" latinLnBrk="1">
        <a:defRPr lang="ko-KR" smtClean="0"/>
      </a:lvl3pPr>
      <a:lvl4pPr marL="1371600" lvl="3" indent="0" defTabSz="914400" latinLnBrk="1">
        <a:defRPr lang="ko-KR" smtClean="0"/>
      </a:lvl4pPr>
      <a:lvl5pPr marL="1828800" lvl="4" indent="0" defTabSz="914400" latinLnBrk="1">
        <a:defRPr lang="ko-KR" smtClean="0"/>
      </a:lvl5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304800" y="182880"/>
            <a:ext cx="5487035" cy="762635"/>
          </a:xfrm>
          <a:prstGeom prst="rect">
            <a:avLst/>
          </a:prstGeom>
        </p:spPr>
        <p:txBody>
          <a:bodyPr vert="horz" wrap="square" lIns="60960" tIns="30480" rIns="60960" bIns="3048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나눔고딕" charset="0"/>
                <a:ea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304800" y="1066800"/>
            <a:ext cx="5487035" cy="3018155"/>
          </a:xfrm>
          <a:prstGeom prst="rect">
            <a:avLst/>
          </a:prstGeom>
        </p:spPr>
        <p:txBody>
          <a:bodyPr vert="horz" wrap="square" lIns="60960" tIns="30480" rIns="60960" bIns="30480" anchor="t">
            <a:normAutofit/>
          </a:bodyPr>
          <a:lstStyle/>
          <a:p>
            <a:pPr marL="228600" indent="-228600" latinLnBrk="0"/>
            <a:r>
              <a:rPr>
                <a:latin typeface="나눔고딕" charset="0"/>
                <a:ea typeface="나눔고딕" charset="0"/>
              </a:rPr>
              <a:t>Click to edit Master text styles</a:t>
            </a:r>
          </a:p>
          <a:p>
            <a:pPr marL="494665" indent="-190500" latinLnBrk="0"/>
            <a:r>
              <a:rPr>
                <a:latin typeface="나눔고딕" charset="0"/>
                <a:ea typeface="나눔고딕" charset="0"/>
              </a:rPr>
              <a:t>Second level</a:t>
            </a:r>
          </a:p>
          <a:p>
            <a:pPr marL="761365" indent="-152400" latinLnBrk="0"/>
            <a:r>
              <a:rPr>
                <a:latin typeface="나눔고딕" charset="0"/>
                <a:ea typeface="나눔고딕" charset="0"/>
              </a:rPr>
              <a:t>Third level</a:t>
            </a:r>
          </a:p>
          <a:p>
            <a:pPr marL="1066165" indent="-152400" latinLnBrk="0"/>
            <a:r>
              <a:rPr>
                <a:latin typeface="나눔고딕" charset="0"/>
                <a:ea typeface="나눔고딕" charset="0"/>
              </a:rPr>
              <a:t>Fourth level</a:t>
            </a:r>
          </a:p>
          <a:p>
            <a:pPr marL="1370330" indent="-152400" latinLnBrk="0"/>
            <a:r>
              <a:rPr>
                <a:latin typeface="나눔고딕" charset="0"/>
                <a:ea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304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fld id="{B9320F77-B9A0-41C5-862A-B4B631284C64}" type="datetime1">
              <a:rPr lang="en-US" altLang="ko-KR"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10/9/26</a:t>
            </a:fld>
            <a:endParaRPr lang="en-US" altLang="ko-KR"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2082800" y="4237355"/>
            <a:ext cx="1931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4368800" y="4237355"/>
            <a:ext cx="1423035" cy="243840"/>
          </a:xfrm>
          <a:prstGeom prst="rect">
            <a:avLst/>
          </a:prstGeom>
        </p:spPr>
        <p:txBody>
          <a:bodyPr vert="horz" wrap="square" lIns="60960" tIns="30480" rIns="60960" bIns="30480" anchor="ctr">
            <a:noAutofit/>
          </a:bodyPr>
          <a:lstStyle/>
          <a:p>
            <a:pPr marL="0" indent="0" defTabSz="608965" latinLnBrk="0">
              <a:buFontTx/>
              <a:buNone/>
            </a:pPr>
            <a:fld id="{B9320F77-B9A0-41C5-862A-B4B631284C64}" type="slidenum">
              <a:rPr>
                <a:solidFill>
                  <a:srgbClr val="000000">
                    <a:tint val="75000"/>
                  </a:srgbClr>
                </a:solidFill>
                <a:latin typeface="나눔고딕" charset="0"/>
                <a:ea typeface="나눔고딕" charset="0"/>
              </a:rPr>
              <a:t>‹#›</a:t>
            </a:fld>
            <a:endParaRPr>
              <a:solidFill>
                <a:srgbClr val="000000">
                  <a:tint val="75000"/>
                </a:srgbClr>
              </a:solidFill>
              <a:latin typeface="나눔고딕" charset="0"/>
              <a:ea typeface="나눔고딕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374" r:id="rId1"/>
    <p:sldLayoutId id="2147486375" r:id="rId2"/>
    <p:sldLayoutId id="2147486376" r:id="rId3"/>
    <p:sldLayoutId id="2147486377" r:id="rId4"/>
    <p:sldLayoutId id="2147486378" r:id="rId5"/>
    <p:sldLayoutId id="2147486379" r:id="rId6"/>
    <p:sldLayoutId id="2147486380" r:id="rId7"/>
    <p:sldLayoutId id="2147486381" r:id="rId8"/>
    <p:sldLayoutId id="2147486382" r:id="rId9"/>
    <p:sldLayoutId id="2147486383" r:id="rId10"/>
    <p:sldLayoutId id="2147486384" r:id="rId11"/>
  </p:sldLayoutIdLst>
  <p:txStyles>
    <p:titleStyle>
      <a:lvl1pPr marL="0" indent="0" algn="ctr" defTabSz="914400" latinLnBrk="1">
        <a:buNone/>
        <a:defRPr lang="ko-KR" sz="4400" baseline="0" smtClean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342900" indent="-342900" algn="l" defTabSz="914400" latinLnBrk="1">
        <a:spcBef>
          <a:spcPct val="20000"/>
        </a:spcBef>
        <a:buFont typeface="Arial"/>
        <a:buChar char="0"/>
        <a:defRPr lang="ko-KR" sz="2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defTabSz="914400" latinLnBrk="1">
        <a:buChar char="-"/>
        <a:defRPr lang="ko-KR" sz="2400" smtClean="0"/>
      </a:lvl2pPr>
      <a:lvl3pPr marL="1143000" lvl="2" indent="-228600" defTabSz="914400" latinLnBrk="1">
        <a:buChar char="0"/>
        <a:defRPr lang="ko-KR" sz="2000" smtClean="0"/>
      </a:lvl3pPr>
      <a:lvl4pPr marL="1600200" lvl="3" indent="-228600" defTabSz="914400" latinLnBrk="1">
        <a:buChar char="-"/>
        <a:defRPr lang="ko-KR" sz="1800" smtClean="0"/>
      </a:lvl4pPr>
      <a:lvl5pPr marL="2057400" lvl="4" indent="-228600" defTabSz="914400" latinLnBrk="1">
        <a:buChar char="-69"/>
        <a:defRPr lang="ko-KR" sz="1800" smtClean="0"/>
      </a:lvl5pPr>
    </p:bodyStyle>
    <p:otherStyle>
      <a:lvl1pPr marL="0" indent="0" algn="l" defTabSz="914400" latinLnBrk="1">
        <a:buNone/>
        <a:defRPr lang="ko-KR" sz="1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defTabSz="914400" latinLnBrk="1">
        <a:defRPr lang="ko-KR" smtClean="0"/>
      </a:lvl2pPr>
      <a:lvl3pPr marL="914400" lvl="2" indent="0" defTabSz="914400" latinLnBrk="1">
        <a:defRPr lang="ko-KR" smtClean="0"/>
      </a:lvl3pPr>
      <a:lvl4pPr marL="1371600" lvl="3" indent="0" defTabSz="914400" latinLnBrk="1">
        <a:defRPr lang="ko-KR" smtClean="0"/>
      </a:lvl4pPr>
      <a:lvl5pPr marL="1828800" lvl="4" indent="0" defTabSz="914400" latinLnBrk="1">
        <a:defRPr lang="ko-KR" smtClean="0"/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0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0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6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60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5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503930" y="4165600"/>
            <a:ext cx="5339080" cy="2692400"/>
            <a:chOff x="3503930" y="4165600"/>
            <a:chExt cx="5339080" cy="2692400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503930" y="4165600"/>
              <a:ext cx="5339715" cy="2693035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2339975" y="22225"/>
            <a:ext cx="7960995" cy="4206875"/>
            <a:chOff x="2339975" y="22225"/>
            <a:chExt cx="7960995" cy="4206875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40000">
              <a:off x="2339975" y="22225"/>
              <a:ext cx="7961630" cy="4207510"/>
            </a:xfrm>
            <a:prstGeom prst="rect">
              <a:avLst/>
            </a:prstGeom>
            <a:noFill/>
          </p:spPr>
        </p:pic>
      </p:grpSp>
      <p:pic>
        <p:nvPicPr>
          <p:cNvPr id="1003" name="그림 1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4344"/>
            <a:ext cx="11540490" cy="6859905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978131" y="2551933"/>
            <a:ext cx="8235738" cy="1723549"/>
          </a:xfrm>
          <a:prstGeom prst="rect">
            <a:avLst/>
          </a:prstGeom>
          <a:noFill/>
          <a:ln w="0">
            <a:noFill/>
          </a:ln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  <p:txBody>
          <a:bodyPr vert="horz" wrap="square" lIns="60960" tIns="30480" rIns="60960" bIns="30480" anchor="t">
            <a:spAutoFit/>
          </a:bodyPr>
          <a:lstStyle/>
          <a:p>
            <a:pPr algn="ctr" defTabSz="571500" latinLnBrk="0">
              <a:defRPr lang="ko-KR"/>
            </a:pPr>
            <a:r>
              <a:rPr lang="ko-KR" altLang="en-US" sz="5400" b="1" dirty="0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 연중 제 28 주일(군인 주일)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48115" y="5987415"/>
            <a:ext cx="3144520" cy="708025"/>
          </a:xfrm>
          <a:prstGeom prst="rect">
            <a:avLst/>
          </a:prstGeom>
          <a:noFill/>
        </p:spPr>
        <p:txBody>
          <a:bodyPr vert="horz" wrap="square" lIns="60960" tIns="30480" rIns="60960" bIns="30480" numCol="1" anchor="t">
            <a:spAutoFit/>
          </a:bodyPr>
          <a:lstStyle/>
          <a:p>
            <a:pPr marL="0" indent="0" algn="r" defTabSz="571500" latinLnBrk="0">
              <a:buFontTx/>
              <a:buNone/>
              <a:defRPr lang="ko-KR"/>
            </a:pPr>
            <a:r>
              <a:rPr lang="ko-KR" altLang="en-US" sz="21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개포동성당 </a:t>
            </a:r>
          </a:p>
          <a:p>
            <a:pPr marL="0" indent="0" algn="r" defTabSz="571500" latinLnBrk="0">
              <a:buFontTx/>
              <a:buNone/>
              <a:defRPr lang="ko-KR"/>
            </a:pPr>
            <a:r>
              <a:rPr lang="ko-KR" altLang="en-US" sz="21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초등부 주일학교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" y="6341110"/>
            <a:ext cx="3150235" cy="384810"/>
          </a:xfrm>
          <a:prstGeom prst="rect">
            <a:avLst/>
          </a:prstGeom>
          <a:noFill/>
        </p:spPr>
        <p:txBody>
          <a:bodyPr vert="horz" wrap="square" lIns="60960" tIns="30480" rIns="60960" bIns="30480" anchor="t">
            <a:spAutoFit/>
          </a:bodyPr>
          <a:lstStyle/>
          <a:p>
            <a:pPr marL="0" lvl="0" indent="0" defTabSz="571500" latinLnBrk="0">
              <a:buFontTx/>
              <a:buNone/>
              <a:defRPr lang="ko-KR"/>
            </a:pPr>
            <a:r>
              <a:rPr lang="en-US" altLang="ko-KR" sz="2100" b="1" dirty="0">
                <a:solidFill>
                  <a:srgbClr val="000000"/>
                </a:solidFill>
                <a:latin typeface="맑은 고딕"/>
                <a:ea typeface="맑은 고딕"/>
              </a:rPr>
              <a:t>2026.10.10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67430" y="330200"/>
            <a:ext cx="4622800" cy="147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67430" y="523240"/>
            <a:ext cx="4986655" cy="109259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60948" tIns="30474" rIns="60948" bIns="30474" rtlCol="0">
            <a:spAutoFit/>
          </a:bodyPr>
          <a:lstStyle/>
          <a:p>
            <a:pPr defTabSz="609478" latinLnBrk="0"/>
            <a:r>
              <a:rPr lang="ko-KR" altLang="en-US" sz="6700" b="1">
                <a:ln w="28575">
                  <a:solidFill>
                    <a:prstClr val="white"/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자리 배치표</a:t>
            </a:r>
          </a:p>
        </p:txBody>
      </p:sp>
      <p:pic>
        <p:nvPicPr>
          <p:cNvPr id="8" name="그림 6" descr="/Users/SUNDAYSCHOOL/Library/Group Containers/L48J367XN4.com.infraware.PolarisOfficeSA/EngineTemp/5598/fImage42362064871912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14068"/>
            <a:ext cx="11539855" cy="6859270"/>
          </a:xfrm>
          <a:prstGeom prst="rect">
            <a:avLst/>
          </a:prstGeom>
          <a:noFill/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662986E7-8A77-578F-610A-9F38AF0C9B6E}"/>
              </a:ext>
            </a:extLst>
          </p:cNvPr>
          <p:cNvSpPr/>
          <p:nvPr/>
        </p:nvSpPr>
        <p:spPr>
          <a:xfrm>
            <a:off x="9236710" y="1718070"/>
            <a:ext cx="1935480" cy="710805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err="1">
                <a:solidFill>
                  <a:schemeClr val="tx1"/>
                </a:solidFill>
              </a:rPr>
              <a:t>해설대</a:t>
            </a:r>
            <a:endParaRPr lang="ko-KR" altLang="en-US" sz="2800" b="1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793820" y="2575955"/>
            <a:ext cx="2147501" cy="625744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>
              <a:defRPr/>
            </a:pPr>
            <a:r>
              <a:rPr lang="ko-KR" altLang="en-US" sz="2400" b="1" err="1">
                <a:solidFill>
                  <a:schemeClr val="tx1"/>
                </a:solidFill>
              </a:rPr>
              <a:t>전례부</a:t>
            </a:r>
            <a:endParaRPr lang="ko-KR" altLang="en-US" sz="2400" b="1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1005841" y="5972534"/>
            <a:ext cx="10166349" cy="769219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2800" b="1">
                <a:solidFill>
                  <a:schemeClr val="tx1"/>
                </a:solidFill>
              </a:rPr>
              <a:t>성인</a:t>
            </a:r>
            <a:r>
              <a:rPr lang="en-US" altLang="ko-KR" sz="2800" b="1">
                <a:solidFill>
                  <a:schemeClr val="tx1"/>
                </a:solidFill>
              </a:rPr>
              <a:t>, </a:t>
            </a:r>
            <a:r>
              <a:rPr lang="ko-KR" altLang="en-US" sz="2800" b="1">
                <a:solidFill>
                  <a:schemeClr val="tx1"/>
                </a:solidFill>
              </a:rPr>
              <a:t>학부모석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1C6B414-FBAC-14A6-AE43-7AEFEAF13D88}"/>
              </a:ext>
            </a:extLst>
          </p:cNvPr>
          <p:cNvSpPr/>
          <p:nvPr/>
        </p:nvSpPr>
        <p:spPr>
          <a:xfrm>
            <a:off x="4990449" y="1617283"/>
            <a:ext cx="1767840" cy="710805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>
                <a:solidFill>
                  <a:schemeClr val="tx1"/>
                </a:solidFill>
              </a:rPr>
              <a:t>제대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9236710" y="3208528"/>
            <a:ext cx="1935480" cy="2445646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lvl="0" algn="ctr">
              <a:defRPr/>
            </a:pPr>
            <a:r>
              <a:rPr lang="en-US" altLang="ko-KR" sz="2800" b="1">
                <a:solidFill>
                  <a:schemeClr val="tx1"/>
                </a:solidFill>
                <a:cs typeface="Calibri"/>
              </a:rPr>
              <a:t>6</a:t>
            </a:r>
            <a:r>
              <a:rPr lang="ko-KR" altLang="en-US" sz="2800" b="1">
                <a:solidFill>
                  <a:schemeClr val="tx1"/>
                </a:solidFill>
                <a:cs typeface="Calibri"/>
              </a:rPr>
              <a:t>학년</a:t>
            </a:r>
            <a:endParaRPr lang="en-US" altLang="ko-KR" sz="2800" b="1" err="1">
              <a:solidFill>
                <a:schemeClr val="tx1"/>
              </a:solidFill>
              <a:cs typeface="Calibri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9236710" y="2587215"/>
            <a:ext cx="1935480" cy="626546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2800" b="1">
                <a:solidFill>
                  <a:schemeClr val="tx1"/>
                </a:solidFill>
              </a:rPr>
              <a:t>성가대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793819" y="3183958"/>
            <a:ext cx="2147501" cy="2449692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lvl="0" algn="ctr">
              <a:defRPr/>
            </a:pPr>
            <a:r>
              <a:rPr lang="ko-KR" altLang="en-US" sz="2400" b="1" err="1">
                <a:solidFill>
                  <a:schemeClr val="tx1"/>
                </a:solidFill>
                <a:cs typeface="Calibri"/>
              </a:rPr>
              <a:t>유치부</a:t>
            </a:r>
            <a:r>
              <a:rPr lang="en-US" altLang="ko-KR" sz="2400" b="1">
                <a:solidFill>
                  <a:schemeClr val="tx1"/>
                </a:solidFill>
                <a:cs typeface="Calibri"/>
              </a:rPr>
              <a:t>,</a:t>
            </a:r>
            <a:r>
              <a:rPr lang="ko-KR" altLang="en-US" sz="2400" b="1">
                <a:solidFill>
                  <a:schemeClr val="tx1"/>
                </a:solidFill>
                <a:cs typeface="Calibri"/>
              </a:rPr>
              <a:t> </a:t>
            </a:r>
            <a:endParaRPr lang="en-US" altLang="ko-KR" sz="2400" b="1">
              <a:solidFill>
                <a:schemeClr val="tx1"/>
              </a:solidFill>
              <a:cs typeface="Calibri"/>
            </a:endParaRPr>
          </a:p>
          <a:p>
            <a:pPr lvl="0" algn="ctr">
              <a:defRPr/>
            </a:pPr>
            <a:r>
              <a:rPr lang="en-US" altLang="ko-KR" sz="2400" b="1">
                <a:solidFill>
                  <a:schemeClr val="tx1"/>
                </a:solidFill>
                <a:cs typeface="Calibri"/>
              </a:rPr>
              <a:t>1</a:t>
            </a:r>
            <a:r>
              <a:rPr lang="ko-KR" altLang="en-US" sz="2400" b="1">
                <a:solidFill>
                  <a:schemeClr val="tx1"/>
                </a:solidFill>
                <a:cs typeface="Calibri"/>
              </a:rPr>
              <a:t>학년</a:t>
            </a:r>
            <a:r>
              <a:rPr lang="en-US" altLang="ko-KR" sz="2400" b="1">
                <a:solidFill>
                  <a:schemeClr val="tx1"/>
                </a:solidFill>
                <a:cs typeface="Calibri"/>
              </a:rPr>
              <a:t>,</a:t>
            </a:r>
          </a:p>
          <a:p>
            <a:pPr lvl="0" algn="ctr">
              <a:defRPr/>
            </a:pPr>
            <a:r>
              <a:rPr lang="en-US" altLang="ko-KR" sz="2400" b="1">
                <a:solidFill>
                  <a:schemeClr val="tx1"/>
                </a:solidFill>
                <a:cs typeface="Calibri"/>
              </a:rPr>
              <a:t>2</a:t>
            </a:r>
            <a:r>
              <a:rPr lang="ko-KR" altLang="en-US" sz="2400" b="1">
                <a:solidFill>
                  <a:schemeClr val="tx1"/>
                </a:solidFill>
                <a:cs typeface="Calibri"/>
              </a:rPr>
              <a:t>학년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96F67B3-34A9-A227-93D0-8C8D80A094E3}"/>
              </a:ext>
            </a:extLst>
          </p:cNvPr>
          <p:cNvSpPr/>
          <p:nvPr/>
        </p:nvSpPr>
        <p:spPr>
          <a:xfrm>
            <a:off x="6758289" y="2587215"/>
            <a:ext cx="1935480" cy="3080710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2800" b="1">
                <a:solidFill>
                  <a:schemeClr val="tx1"/>
                </a:solidFill>
              </a:rPr>
              <a:t>3</a:t>
            </a:r>
            <a:r>
              <a:rPr lang="ko-KR" altLang="en-US" sz="2800" b="1">
                <a:solidFill>
                  <a:schemeClr val="tx1"/>
                </a:solidFill>
              </a:rPr>
              <a:t>학년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76F7296-345D-2C72-7A29-E47225E85F77}"/>
              </a:ext>
            </a:extLst>
          </p:cNvPr>
          <p:cNvSpPr/>
          <p:nvPr/>
        </p:nvSpPr>
        <p:spPr>
          <a:xfrm>
            <a:off x="3341619" y="2632697"/>
            <a:ext cx="1935480" cy="1563703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2800" b="1">
                <a:solidFill>
                  <a:schemeClr val="tx1"/>
                </a:solidFill>
              </a:rPr>
              <a:t>4</a:t>
            </a:r>
            <a:r>
              <a:rPr lang="ko-KR" altLang="en-US" sz="2800" b="1">
                <a:solidFill>
                  <a:schemeClr val="tx1"/>
                </a:solidFill>
              </a:rPr>
              <a:t>학년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7A1B53B-EA57-065D-35A5-16FE7F360948}"/>
              </a:ext>
            </a:extLst>
          </p:cNvPr>
          <p:cNvSpPr/>
          <p:nvPr/>
        </p:nvSpPr>
        <p:spPr>
          <a:xfrm>
            <a:off x="3341618" y="4196401"/>
            <a:ext cx="1931421" cy="1437250"/>
          </a:xfrm>
          <a:prstGeom prst="rect">
            <a:avLst/>
          </a:prstGeom>
          <a:solidFill>
            <a:srgbClr val="F3ED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2800" b="1">
                <a:solidFill>
                  <a:schemeClr val="tx1"/>
                </a:solidFill>
              </a:rPr>
              <a:t>5</a:t>
            </a:r>
            <a:r>
              <a:rPr lang="ko-KR" altLang="en-US" sz="2800" b="1">
                <a:solidFill>
                  <a:schemeClr val="tx1"/>
                </a:solidFill>
              </a:rPr>
              <a:t>학년</a:t>
            </a:r>
          </a:p>
        </p:txBody>
      </p:sp>
    </p:spTree>
    <p:extLst>
      <p:ext uri="{BB962C8B-B14F-4D97-AF65-F5344CB8AC3E}">
        <p14:creationId xmlns:p14="http://schemas.microsoft.com/office/powerpoint/2010/main" val="2404363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1C8B7-3F13-1500-F77C-F829490BC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6" descr="/Users/SUNDAYSCHOOL/Library/Group Containers/L48J367XN4.com.infraware.PolarisOfficeSA/EngineTemp/5598/fImage42362064871912.png">
            <a:extLst>
              <a:ext uri="{FF2B5EF4-FFF2-40B4-BE49-F238E27FC236}">
                <a16:creationId xmlns:a16="http://schemas.microsoft.com/office/drawing/2014/main" id="{0C07D7D4-4A9F-F9E0-B837-07293F82C63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0" y="0"/>
            <a:ext cx="12190095" cy="6859270"/>
          </a:xfrm>
          <a:prstGeom prst="rect">
            <a:avLst/>
          </a:prstGeom>
          <a:noFill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99D9275-5D7A-01FE-B0AB-408BAF599076}"/>
              </a:ext>
            </a:extLst>
          </p:cNvPr>
          <p:cNvSpPr txBox="1"/>
          <p:nvPr/>
        </p:nvSpPr>
        <p:spPr>
          <a:xfrm>
            <a:off x="744625" y="289568"/>
            <a:ext cx="10633660" cy="892552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lIns="60960" tIns="30480" rIns="60960" bIns="30480" anchor="t">
            <a:spAutoFit/>
          </a:bodyPr>
          <a:lstStyle/>
          <a:p>
            <a:pPr algn="ctr" defTabSz="608965" latinLnBrk="0">
              <a:defRPr/>
            </a:pPr>
            <a:r>
              <a:rPr lang="ko-KR" altLang="en-US" sz="5400" b="1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세계 청년대회 공식 기도문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D6B418D-8AFD-AF1E-01CC-5AD93F7BCCF2}"/>
              </a:ext>
            </a:extLst>
          </p:cNvPr>
          <p:cNvSpPr txBox="1">
            <a:spLocks/>
          </p:cNvSpPr>
          <p:nvPr/>
        </p:nvSpPr>
        <p:spPr>
          <a:xfrm>
            <a:off x="166277" y="1177445"/>
            <a:ext cx="11797015" cy="5497194"/>
          </a:xfrm>
          <a:prstGeom prst="rect">
            <a:avLst/>
          </a:prstGeom>
        </p:spPr>
        <p:txBody>
          <a:bodyPr vert="horz" wrap="square" lIns="60960" tIns="30480" rIns="60960" bIns="30480" rtlCol="0" anchor="ctr">
            <a:noAutofit/>
          </a:bodyPr>
          <a:lstStyle>
            <a:lvl1pPr algn="ctr" defTabSz="60899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젊은이를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사랑하시는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주님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, </a:t>
            </a:r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저희를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주님의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무한한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사랑과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자비로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초대해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주심에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감사드립니다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. </a:t>
            </a:r>
          </a:p>
          <a:p>
            <a:endParaRPr lang="en-US" altLang="ko-KR" sz="28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하느님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아버지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,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저희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자신을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당신께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맡겨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드리오니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, </a:t>
            </a: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온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세상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젊은이들이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교회의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품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안에서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위로받고</a:t>
            </a:r>
            <a:endParaRPr lang="en-US" altLang="ko-KR" sz="28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친교와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일치의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기쁨을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누리게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하소서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. </a:t>
            </a:r>
          </a:p>
          <a:p>
            <a:endParaRPr lang="en-US" altLang="ko-KR" sz="28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'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이미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그리고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영원히'세상을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이기신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그리스도님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, </a:t>
            </a:r>
          </a:p>
          <a:p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"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용기를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내어라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."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하신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당신의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말씀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안에서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온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세상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모든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이가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희망을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발견하고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, </a:t>
            </a: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사랑과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용</a:t>
            </a:r>
            <a:r>
              <a:rPr lang="ko-KR" altLang="en-US" sz="2800" b="1" dirty="0">
                <a:latin typeface="Malgun Gothic"/>
                <a:ea typeface="Malgun Gothic"/>
                <a:cs typeface="Calibri"/>
              </a:rPr>
              <a:t>서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십자가가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세상에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대한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승리임을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깨닫게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하소서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. </a:t>
            </a:r>
          </a:p>
          <a:p>
            <a:endParaRPr lang="ko-KR" altLang="en-US" sz="2800" b="1" dirty="0">
              <a:latin typeface="Malgun Gothic"/>
              <a:ea typeface="Malgun Gothic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08476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8600E-627A-2054-91FD-225DC776C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6" descr="/Users/SUNDAYSCHOOL/Library/Group Containers/L48J367XN4.com.infraware.PolarisOfficeSA/EngineTemp/5598/fImage42362064871912.png">
            <a:extLst>
              <a:ext uri="{FF2B5EF4-FFF2-40B4-BE49-F238E27FC236}">
                <a16:creationId xmlns:a16="http://schemas.microsoft.com/office/drawing/2014/main" id="{CCE3B714-A111-1869-374A-F963CEDA554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9210" y="0"/>
            <a:ext cx="12190095" cy="6859270"/>
          </a:xfrm>
          <a:prstGeom prst="rect">
            <a:avLst/>
          </a:prstGeom>
          <a:noFill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B074B3A-B2D8-D21E-A004-5786A9C3AADF}"/>
              </a:ext>
            </a:extLst>
          </p:cNvPr>
          <p:cNvSpPr txBox="1"/>
          <p:nvPr/>
        </p:nvSpPr>
        <p:spPr>
          <a:xfrm>
            <a:off x="744625" y="289568"/>
            <a:ext cx="10633660" cy="892552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lIns="60960" tIns="30480" rIns="60960" bIns="30480" anchor="t">
            <a:spAutoFit/>
          </a:bodyPr>
          <a:lstStyle/>
          <a:p>
            <a:pPr algn="ctr" defTabSz="608965" latinLnBrk="0">
              <a:defRPr/>
            </a:pPr>
            <a:r>
              <a:rPr lang="ko-KR" altLang="en-US" sz="5400" b="1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세계 청년대회 공식 기도문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9693660-2718-9EF7-1015-DBB6B7543FCE}"/>
              </a:ext>
            </a:extLst>
          </p:cNvPr>
          <p:cNvSpPr txBox="1">
            <a:spLocks/>
          </p:cNvSpPr>
          <p:nvPr/>
        </p:nvSpPr>
        <p:spPr>
          <a:xfrm>
            <a:off x="196757" y="1898805"/>
            <a:ext cx="11797015" cy="4826634"/>
          </a:xfrm>
          <a:prstGeom prst="rect">
            <a:avLst/>
          </a:prstGeom>
        </p:spPr>
        <p:txBody>
          <a:bodyPr vert="horz" wrap="square" lIns="60960" tIns="30480" rIns="60960" bIns="30480" rtlCol="0" anchor="ctr">
            <a:noAutofit/>
          </a:bodyPr>
          <a:lstStyle>
            <a:lvl1pPr algn="ctr" defTabSz="60899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사랑의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불꽃이신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성령님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,</a:t>
            </a: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당신의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놀라운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손길로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이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땅에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복음의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씨앗을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심으셨으니</a:t>
            </a:r>
            <a:endParaRPr lang="en-US" altLang="ko-KR" sz="2800" b="1" dirty="0">
              <a:latin typeface="Malgun Gothic"/>
              <a:ea typeface="Malgun Gothic"/>
              <a:cs typeface="Calibri"/>
            </a:endParaRPr>
          </a:p>
          <a:p>
            <a:endParaRPr lang="en-US" altLang="ko-KR" sz="28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한국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순교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성인들의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 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믿음이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저희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가슴에도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타올라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 </a:t>
            </a: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평화와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사랑과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진리의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복음을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살아가는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제자가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되게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하소서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. </a:t>
            </a:r>
          </a:p>
          <a:p>
            <a:endParaRPr lang="en-US" altLang="ko-KR" sz="28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주님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,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이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세계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청년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대회의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순례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여정을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통해</a:t>
            </a:r>
            <a:endParaRPr lang="en-US" altLang="ko-KR" sz="28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저희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모두가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서로의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목소리를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경청하고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 </a:t>
            </a:r>
          </a:p>
          <a:p>
            <a:endParaRPr lang="en-US" altLang="ko-KR" sz="28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그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안에서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당신의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뜻을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찾으며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, </a:t>
            </a:r>
          </a:p>
          <a:p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모든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하느님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백성이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함께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걷는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시노드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교회가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되게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하소서</a:t>
            </a:r>
            <a:r>
              <a:rPr lang="en-US" altLang="ko-KR" sz="2800" b="1" dirty="0">
                <a:latin typeface="Malgun Gothic"/>
                <a:ea typeface="Malgun Gothic"/>
                <a:cs typeface="Calibri"/>
              </a:rPr>
              <a:t>. </a:t>
            </a:r>
            <a:r>
              <a:rPr lang="en-US" altLang="ko-KR" sz="2800" b="1" dirty="0" err="1">
                <a:latin typeface="Malgun Gothic"/>
                <a:ea typeface="Malgun Gothic"/>
                <a:cs typeface="Calibri"/>
              </a:rPr>
              <a:t>아멘</a:t>
            </a:r>
            <a:endParaRPr lang="en-US" altLang="ko-KR" sz="2800" b="1" dirty="0">
              <a:latin typeface="Malgun Gothic"/>
              <a:ea typeface="Malgun Gothic"/>
              <a:cs typeface="Calibri"/>
            </a:endParaRPr>
          </a:p>
          <a:p>
            <a:endParaRPr lang="en-US" altLang="ko-KR" sz="2800" b="1" dirty="0">
              <a:latin typeface="Malgun Gothic"/>
              <a:ea typeface="Malgun Gothic"/>
              <a:cs typeface="Calibri"/>
            </a:endParaRPr>
          </a:p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endParaRPr lang="en-US" altLang="ko-KR" sz="2800" b="1" dirty="0">
              <a:latin typeface="Malgun Gothic"/>
              <a:ea typeface="Malgun Gothic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19089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DDE70-4950-628D-EB42-C40A9A7E9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6" descr="/Users/SUNDAYSCHOOL/Library/Group Containers/L48J367XN4.com.infraware.PolarisOfficeSA/EngineTemp/5598/fImage42362064871912.png">
            <a:extLst>
              <a:ext uri="{FF2B5EF4-FFF2-40B4-BE49-F238E27FC236}">
                <a16:creationId xmlns:a16="http://schemas.microsoft.com/office/drawing/2014/main" id="{A7734B0C-89E7-679F-9386-16259BA03DC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42E8B1B-7DF6-2470-7E2B-F59D3046E874}"/>
              </a:ext>
            </a:extLst>
          </p:cNvPr>
          <p:cNvSpPr txBox="1"/>
          <p:nvPr/>
        </p:nvSpPr>
        <p:spPr>
          <a:xfrm>
            <a:off x="744625" y="289568"/>
            <a:ext cx="10633660" cy="892552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lIns="60960" tIns="30480" rIns="60960" bIns="30480" anchor="t">
            <a:spAutoFit/>
          </a:bodyPr>
          <a:lstStyle/>
          <a:p>
            <a:pPr algn="ctr" defTabSz="608965" latinLnBrk="0">
              <a:defRPr/>
            </a:pPr>
            <a:r>
              <a:rPr lang="ko-KR" altLang="en-US" sz="5400" b="1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세계 청년대회 공식 기도문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339237C-61E8-7605-6988-0EFDCA609C2A}"/>
              </a:ext>
            </a:extLst>
          </p:cNvPr>
          <p:cNvSpPr txBox="1">
            <a:spLocks/>
          </p:cNvSpPr>
          <p:nvPr/>
        </p:nvSpPr>
        <p:spPr>
          <a:xfrm>
            <a:off x="328837" y="1350165"/>
            <a:ext cx="11299175" cy="5324474"/>
          </a:xfrm>
          <a:prstGeom prst="rect">
            <a:avLst/>
          </a:prstGeom>
        </p:spPr>
        <p:txBody>
          <a:bodyPr vert="horz" wrap="square" lIns="60960" tIns="30480" rIns="60960" bIns="30480" rtlCol="0" anchor="ctr">
            <a:normAutofit/>
          </a:bodyPr>
          <a:lstStyle>
            <a:lvl1pPr algn="ctr" defTabSz="60899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○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자비와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평화의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모후이시여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,</a:t>
            </a:r>
          </a:p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◎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저희를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위하여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빌어주소서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. </a:t>
            </a:r>
          </a:p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sz="3600" b="1" dirty="0">
                <a:latin typeface="Malgun Gothic"/>
                <a:ea typeface="Malgun Gothic"/>
                <a:cs typeface="Calibri"/>
              </a:rPr>
              <a:t>○</a:t>
            </a:r>
            <a:r>
              <a:rPr lang="ko-KR" altLang="en-US" sz="3600" b="1" dirty="0">
                <a:latin typeface="Malgun Gothic"/>
                <a:ea typeface="Malgun Gothic"/>
                <a:cs typeface="Calibri"/>
              </a:rPr>
              <a:t>서울</a:t>
            </a:r>
            <a:r>
              <a:rPr lang="en-US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ko-KR" altLang="en-US" sz="3600" b="1" dirty="0">
                <a:latin typeface="Malgun Gothic"/>
                <a:ea typeface="Malgun Gothic"/>
                <a:cs typeface="Calibri"/>
              </a:rPr>
              <a:t>세계청년대회의</a:t>
            </a:r>
            <a:r>
              <a:rPr lang="en-US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ko-KR" altLang="en-US" sz="3600" b="1" dirty="0" err="1">
                <a:latin typeface="Malgun Gothic"/>
                <a:ea typeface="Malgun Gothic"/>
                <a:cs typeface="Calibri"/>
              </a:rPr>
              <a:t>주보성인들이여</a:t>
            </a:r>
            <a:r>
              <a:rPr lang="ko-KR" altLang="en-US" sz="3600" b="1" dirty="0">
                <a:latin typeface="Malgun Gothic"/>
                <a:ea typeface="Malgun Gothic"/>
                <a:cs typeface="Calibri"/>
              </a:rPr>
              <a:t>,</a:t>
            </a:r>
          </a:p>
          <a:p>
            <a:endParaRPr lang="ko-KR" altLang="en-US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◎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모든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젊은이들을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위하여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빌어주소서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. </a:t>
            </a:r>
          </a:p>
          <a:p>
            <a:endParaRPr lang="ko-KR" altLang="en-US" sz="3600" b="1" dirty="0">
              <a:latin typeface="Malgun Gothic"/>
              <a:ea typeface="Malgun Gothic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31500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BEA18-B525-2F04-F8CF-90AE1F17F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6" descr="/Users/SUNDAYSCHOOL/Library/Group Containers/L48J367XN4.com.infraware.PolarisOfficeSA/EngineTemp/5598/fImage42362064871912.png">
            <a:extLst>
              <a:ext uri="{FF2B5EF4-FFF2-40B4-BE49-F238E27FC236}">
                <a16:creationId xmlns:a16="http://schemas.microsoft.com/office/drawing/2014/main" id="{F0D7891B-BAC9-3752-1B06-C438EC07B12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308" y="0"/>
            <a:ext cx="11539855" cy="6859270"/>
          </a:xfrm>
          <a:prstGeom prst="rect">
            <a:avLst/>
          </a:prstGeom>
          <a:noFill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6C25F0B-AB91-54DB-ED6C-E45A49BB5FE9}"/>
              </a:ext>
            </a:extLst>
          </p:cNvPr>
          <p:cNvSpPr txBox="1"/>
          <p:nvPr/>
        </p:nvSpPr>
        <p:spPr>
          <a:xfrm>
            <a:off x="744625" y="289568"/>
            <a:ext cx="10633660" cy="892552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lIns="60960" tIns="30480" rIns="60960" bIns="30480" anchor="t">
            <a:spAutoFit/>
          </a:bodyPr>
          <a:lstStyle/>
          <a:p>
            <a:pPr algn="ctr" defTabSz="608965" latinLnBrk="0">
              <a:defRPr/>
            </a:pPr>
            <a:r>
              <a:rPr lang="ko-KR" altLang="en-US" sz="5400" b="1" dirty="0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묵주기도 </a:t>
            </a:r>
            <a:r>
              <a:rPr lang="ko-KR" altLang="en-US" sz="5400" b="1" dirty="0" err="1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성월</a:t>
            </a:r>
            <a:endParaRPr lang="ko-KR" altLang="en-US" sz="5400" b="1" dirty="0">
              <a:solidFill>
                <a:schemeClr val="bg1">
                  <a:lumMod val="50000"/>
                  <a:lumOff val="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E09A3B0-58B5-A1B5-0102-B32A3826472E}"/>
              </a:ext>
            </a:extLst>
          </p:cNvPr>
          <p:cNvSpPr txBox="1">
            <a:spLocks/>
          </p:cNvSpPr>
          <p:nvPr/>
        </p:nvSpPr>
        <p:spPr>
          <a:xfrm>
            <a:off x="328837" y="1350165"/>
            <a:ext cx="11299175" cy="5324474"/>
          </a:xfrm>
          <a:prstGeom prst="rect">
            <a:avLst/>
          </a:prstGeom>
        </p:spPr>
        <p:txBody>
          <a:bodyPr vert="horz" wrap="square" lIns="60960" tIns="30480" rIns="60960" bIns="30480" rtlCol="0" anchor="ctr">
            <a:normAutofit/>
          </a:bodyPr>
          <a:lstStyle>
            <a:lvl1pPr algn="ctr" defTabSz="60899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. </a:t>
            </a:r>
          </a:p>
          <a:p>
            <a:endParaRPr lang="ko-KR" altLang="en-US" sz="3600" b="1" dirty="0">
              <a:latin typeface="Malgun Gothic"/>
              <a:ea typeface="Malgun Gothic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8FC4E6-8950-8A83-1306-06AA0BC845D9}"/>
              </a:ext>
            </a:extLst>
          </p:cNvPr>
          <p:cNvSpPr txBox="1"/>
          <p:nvPr/>
        </p:nvSpPr>
        <p:spPr>
          <a:xfrm>
            <a:off x="654757" y="1019573"/>
            <a:ext cx="9976612" cy="6668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ct val="150000"/>
              </a:lnSpc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○  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모후이시며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 사랑이 넘친 어머니,</a:t>
            </a:r>
            <a:r>
              <a:rPr lang="ko-KR" altLang="en-US" sz="2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우리의 생명, 기쁨,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희망이시여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,</a:t>
            </a:r>
            <a:endParaRPr lang="ko-KR" altLang="ko-KR" sz="2400" b="0" i="0" dirty="0">
              <a:solidFill>
                <a:schemeClr val="tx1"/>
              </a:solidFill>
              <a:effectLst/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indent="0" algn="l">
              <a:lnSpc>
                <a:spcPct val="150000"/>
              </a:lnSpc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● 당신 우러러 하와의 그 자손들이</a:t>
            </a:r>
            <a:r>
              <a:rPr lang="ko-KR" altLang="en-US" sz="2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눈물을 흘리며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부르짖나이다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.</a:t>
            </a:r>
            <a:r>
              <a:rPr lang="ko-KR" altLang="en-US" sz="2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endParaRPr lang="en-US" altLang="ko-KR" sz="24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indent="0" algn="l">
              <a:lnSpc>
                <a:spcPct val="150000"/>
              </a:lnSpc>
              <a:buNone/>
            </a:pPr>
            <a:r>
              <a:rPr lang="ko-KR" altLang="en-US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     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슬픔의 골짜기에서,</a:t>
            </a:r>
            <a:endParaRPr lang="ko-KR" altLang="ko-KR" sz="2400" b="0" i="0" dirty="0">
              <a:solidFill>
                <a:schemeClr val="tx1"/>
              </a:solidFill>
              <a:effectLst/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indent="0" algn="l">
              <a:lnSpc>
                <a:spcPct val="150000"/>
              </a:lnSpc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○  우리들의 보호자 성모님,</a:t>
            </a:r>
            <a:r>
              <a:rPr lang="ko-KR" altLang="en-US" sz="2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불쌍한 저희를</a:t>
            </a:r>
            <a:r>
              <a:rPr lang="ko-KR" altLang="en-US" sz="2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 인자로운 눈으로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굽어보소서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.</a:t>
            </a:r>
            <a:endParaRPr lang="ko-KR" altLang="ko-KR" sz="2400" b="0" i="0" dirty="0">
              <a:solidFill>
                <a:schemeClr val="tx1"/>
              </a:solidFill>
              <a:effectLst/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indent="0" algn="l">
              <a:lnSpc>
                <a:spcPct val="150000"/>
              </a:lnSpc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●  귀양살이 끝날 때에</a:t>
            </a:r>
            <a:r>
              <a:rPr lang="ko-KR" altLang="en-US" sz="2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당신의 아들 우리 주 예수님 뵙게 하소서.</a:t>
            </a:r>
            <a:endParaRPr lang="ko-KR" altLang="ko-KR" sz="2400" b="0" i="0" dirty="0">
              <a:solidFill>
                <a:schemeClr val="tx1"/>
              </a:solidFill>
              <a:effectLst/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indent="0" algn="l">
              <a:lnSpc>
                <a:spcPct val="150000"/>
              </a:lnSpc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      </a:t>
            </a:r>
            <a:r>
              <a:rPr lang="ko-KR" altLang="en-US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너그러우시고, 자애로우시며</a:t>
            </a:r>
            <a:endParaRPr lang="ko-KR" altLang="ko-KR" sz="2400" b="0" i="0" dirty="0">
              <a:solidFill>
                <a:schemeClr val="tx1"/>
              </a:solidFill>
              <a:effectLst/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indent="0" algn="l">
              <a:lnSpc>
                <a:spcPct val="150000"/>
              </a:lnSpc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       오! 아름다우신 동정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마리아님</a:t>
            </a:r>
            <a:r>
              <a:rPr lang="ko-KR" altLang="ko-KR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.</a:t>
            </a:r>
            <a:endParaRPr lang="ko-KR" altLang="ko-KR" sz="2400" b="0" i="0" dirty="0">
              <a:solidFill>
                <a:schemeClr val="tx1"/>
              </a:solidFill>
              <a:effectLst/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indent="0" algn="l">
              <a:lnSpc>
                <a:spcPct val="150000"/>
              </a:lnSpc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○  천주의 성모님, 저희를 위하여 </a:t>
            </a:r>
            <a:r>
              <a:rPr lang="ko-KR" altLang="ko-KR" sz="2400" b="1" i="0" dirty="0" err="1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빌어주시어</a:t>
            </a:r>
            <a:endParaRPr lang="ko-KR" altLang="ko-KR" sz="2400" b="0" i="0" dirty="0">
              <a:solidFill>
                <a:schemeClr val="tx1"/>
              </a:solidFill>
              <a:effectLst/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indent="0" algn="l">
              <a:lnSpc>
                <a:spcPct val="150000"/>
              </a:lnSpc>
              <a:buNone/>
            </a:pPr>
            <a:r>
              <a:rPr lang="ko-KR" altLang="ko-KR" sz="2400" b="1" i="0" dirty="0">
                <a:solidFill>
                  <a:schemeClr val="tx1"/>
                </a:solidFill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●  그리스도께서 약속하신 영원한 생명을 얻게 하소서.</a:t>
            </a:r>
            <a:endParaRPr lang="ko-KR" altLang="ko-KR" sz="2400" b="0" i="0" dirty="0">
              <a:solidFill>
                <a:schemeClr val="tx1"/>
              </a:solidFill>
              <a:effectLst/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>
              <a:lnSpc>
                <a:spcPct val="150000"/>
              </a:lnSpc>
              <a:buNone/>
            </a:pPr>
            <a:br>
              <a:rPr lang="ko-KR" altLang="ko-KR" sz="2400" dirty="0">
                <a:latin typeface="Malgun Gothic" panose="020B0503020000020004" pitchFamily="34" charset="-127"/>
                <a:ea typeface="Malgun Gothic" panose="020B0503020000020004" pitchFamily="34" charset="-127"/>
              </a:rPr>
            </a:br>
            <a:endParaRPr lang="ko-KR" altLang="en-US" sz="24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2002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53422-68E1-F586-5DC3-55A76DB35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6" descr="/Users/SUNDAYSCHOOL/Library/Group Containers/L48J367XN4.com.infraware.PolarisOfficeSA/EngineTemp/5598/fImage42362064871912.png">
            <a:extLst>
              <a:ext uri="{FF2B5EF4-FFF2-40B4-BE49-F238E27FC236}">
                <a16:creationId xmlns:a16="http://schemas.microsoft.com/office/drawing/2014/main" id="{87CF0521-A673-C5EF-6767-B7736F12BCF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308" y="0"/>
            <a:ext cx="11539855" cy="6859270"/>
          </a:xfrm>
          <a:prstGeom prst="rect">
            <a:avLst/>
          </a:prstGeom>
          <a:noFill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EEE82CE-8D0E-3D6B-D705-AECFF39A92C8}"/>
              </a:ext>
            </a:extLst>
          </p:cNvPr>
          <p:cNvSpPr txBox="1"/>
          <p:nvPr/>
        </p:nvSpPr>
        <p:spPr>
          <a:xfrm>
            <a:off x="744625" y="289568"/>
            <a:ext cx="10633660" cy="892552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lIns="60960" tIns="30480" rIns="60960" bIns="30480" anchor="t">
            <a:spAutoFit/>
          </a:bodyPr>
          <a:lstStyle/>
          <a:p>
            <a:pPr algn="ctr" defTabSz="608965" latinLnBrk="0">
              <a:defRPr/>
            </a:pPr>
            <a:r>
              <a:rPr lang="ko-KR" altLang="en-US" sz="5400" b="1" dirty="0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묵주기도 </a:t>
            </a:r>
            <a:r>
              <a:rPr lang="ko-KR" altLang="en-US" sz="5400" b="1" dirty="0" err="1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성월</a:t>
            </a:r>
            <a:endParaRPr lang="ko-KR" altLang="en-US" sz="5400" b="1" dirty="0">
              <a:solidFill>
                <a:schemeClr val="bg1">
                  <a:lumMod val="50000"/>
                  <a:lumOff val="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37831E2-C265-A013-E633-6002232E8E4C}"/>
              </a:ext>
            </a:extLst>
          </p:cNvPr>
          <p:cNvSpPr txBox="1">
            <a:spLocks/>
          </p:cNvSpPr>
          <p:nvPr/>
        </p:nvSpPr>
        <p:spPr>
          <a:xfrm>
            <a:off x="328837" y="1350165"/>
            <a:ext cx="11299175" cy="5324474"/>
          </a:xfrm>
          <a:prstGeom prst="rect">
            <a:avLst/>
          </a:prstGeom>
        </p:spPr>
        <p:txBody>
          <a:bodyPr vert="horz" wrap="square" lIns="60960" tIns="30480" rIns="60960" bIns="30480" rtlCol="0" anchor="ctr">
            <a:normAutofit/>
          </a:bodyPr>
          <a:lstStyle>
            <a:lvl1pPr algn="ctr" defTabSz="60899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. </a:t>
            </a:r>
          </a:p>
          <a:p>
            <a:endParaRPr lang="ko-KR" altLang="en-US" sz="3600" b="1" dirty="0">
              <a:latin typeface="Malgun Gothic"/>
              <a:ea typeface="Malgun Gothic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C6BC8E-AAA4-5B8D-24E7-6AED6C6D0E94}"/>
              </a:ext>
            </a:extLst>
          </p:cNvPr>
          <p:cNvSpPr txBox="1"/>
          <p:nvPr/>
        </p:nvSpPr>
        <p:spPr>
          <a:xfrm>
            <a:off x="654757" y="1019573"/>
            <a:ext cx="9976612" cy="6129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2400" b="1" dirty="0"/>
              <a:t>†  기도합시다.</a:t>
            </a:r>
            <a:endParaRPr lang="ko-KR" altLang="ko-KR" sz="2400" dirty="0"/>
          </a:p>
          <a:p>
            <a:pPr>
              <a:lnSpc>
                <a:spcPct val="150000"/>
              </a:lnSpc>
            </a:pPr>
            <a:r>
              <a:rPr lang="ko-KR" altLang="ko-KR" sz="2400" b="1" dirty="0"/>
              <a:t>       하느님, </a:t>
            </a:r>
            <a:r>
              <a:rPr lang="ko-KR" altLang="ko-KR" sz="2400" b="1" dirty="0" err="1"/>
              <a:t>외아드님이</a:t>
            </a:r>
            <a:endParaRPr lang="ko-KR" altLang="ko-KR" sz="2400" dirty="0"/>
          </a:p>
          <a:p>
            <a:pPr>
              <a:lnSpc>
                <a:spcPct val="150000"/>
              </a:lnSpc>
            </a:pPr>
            <a:r>
              <a:rPr lang="ko-KR" altLang="ko-KR" sz="2400" b="1" dirty="0"/>
              <a:t>       삶과 죽음과 부활로써</a:t>
            </a:r>
            <a:endParaRPr lang="ko-KR" altLang="ko-KR" sz="2400" dirty="0"/>
          </a:p>
          <a:p>
            <a:pPr>
              <a:lnSpc>
                <a:spcPct val="150000"/>
              </a:lnSpc>
            </a:pPr>
            <a:r>
              <a:rPr lang="ko-KR" altLang="ko-KR" sz="2400" b="1" dirty="0"/>
              <a:t>       저희에게 영원한 구원을 마련해 </a:t>
            </a:r>
            <a:r>
              <a:rPr lang="ko-KR" altLang="ko-KR" sz="2400" b="1" dirty="0" err="1"/>
              <a:t>주셨나이다</a:t>
            </a:r>
            <a:r>
              <a:rPr lang="ko-KR" altLang="ko-KR" sz="2400" b="1" dirty="0"/>
              <a:t>.</a:t>
            </a:r>
            <a:endParaRPr lang="ko-KR" altLang="ko-KR" sz="2400" dirty="0"/>
          </a:p>
          <a:p>
            <a:pPr>
              <a:lnSpc>
                <a:spcPct val="150000"/>
              </a:lnSpc>
            </a:pPr>
            <a:r>
              <a:rPr lang="ko-KR" altLang="ko-KR" sz="2400" b="1" dirty="0"/>
              <a:t>       복되신 동정 마리아와 함께 이 신비를 묵상하며</a:t>
            </a:r>
            <a:endParaRPr lang="ko-KR" altLang="ko-KR" sz="2400" dirty="0"/>
          </a:p>
          <a:p>
            <a:pPr>
              <a:lnSpc>
                <a:spcPct val="150000"/>
              </a:lnSpc>
            </a:pPr>
            <a:r>
              <a:rPr lang="ko-KR" altLang="ko-KR" sz="2400" b="1" dirty="0"/>
              <a:t>       묵주기도를 </a:t>
            </a:r>
            <a:r>
              <a:rPr lang="ko-KR" altLang="ko-KR" sz="2400" b="1" dirty="0" err="1"/>
              <a:t>바치오니</a:t>
            </a:r>
            <a:endParaRPr lang="ko-KR" altLang="ko-KR" sz="2400" dirty="0"/>
          </a:p>
          <a:p>
            <a:pPr>
              <a:lnSpc>
                <a:spcPct val="150000"/>
              </a:lnSpc>
            </a:pPr>
            <a:r>
              <a:rPr lang="ko-KR" altLang="ko-KR" sz="2400" b="1" dirty="0"/>
              <a:t>       저희가 그 가르침을 따라</a:t>
            </a:r>
            <a:endParaRPr lang="ko-KR" altLang="ko-KR" sz="2400" dirty="0"/>
          </a:p>
          <a:p>
            <a:pPr>
              <a:lnSpc>
                <a:spcPct val="150000"/>
              </a:lnSpc>
            </a:pPr>
            <a:r>
              <a:rPr lang="ko-KR" altLang="ko-KR" sz="2400" b="1" dirty="0"/>
              <a:t>       영원한 생명을 얻게 하소서.</a:t>
            </a:r>
            <a:endParaRPr lang="ko-KR" altLang="ko-KR" sz="2400" dirty="0"/>
          </a:p>
          <a:p>
            <a:pPr>
              <a:lnSpc>
                <a:spcPct val="150000"/>
              </a:lnSpc>
            </a:pPr>
            <a:r>
              <a:rPr lang="ko-KR" altLang="ko-KR" sz="2400" b="1" dirty="0"/>
              <a:t>       우리 주 그리스도를 통하여 비나이다.</a:t>
            </a:r>
            <a:endParaRPr lang="ko-KR" altLang="ko-KR" sz="2400" dirty="0"/>
          </a:p>
          <a:p>
            <a:pPr>
              <a:lnSpc>
                <a:spcPct val="150000"/>
              </a:lnSpc>
            </a:pPr>
            <a:r>
              <a:rPr lang="ko-KR" altLang="ko-KR" sz="2400" b="1" dirty="0"/>
              <a:t>◎  아멘</a:t>
            </a:r>
            <a:br>
              <a:rPr lang="ko-KR" altLang="ko-KR" sz="2400" dirty="0"/>
            </a:b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76986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40306-0133-2CC0-4470-EFF5A2693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6" descr="/Users/SUNDAYSCHOOL/Library/Group Containers/L48J367XN4.com.infraware.PolarisOfficeSA/EngineTemp/5598/fImage42362064871912.png">
            <a:extLst>
              <a:ext uri="{FF2B5EF4-FFF2-40B4-BE49-F238E27FC236}">
                <a16:creationId xmlns:a16="http://schemas.microsoft.com/office/drawing/2014/main" id="{09117D2A-7071-4017-6D2C-36375B1D224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16F3195-8250-B88B-42EE-3EF8135CBB1E}"/>
              </a:ext>
            </a:extLst>
          </p:cNvPr>
          <p:cNvSpPr txBox="1"/>
          <p:nvPr/>
        </p:nvSpPr>
        <p:spPr>
          <a:xfrm>
            <a:off x="744625" y="289568"/>
            <a:ext cx="10633660" cy="892552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lIns="60960" tIns="30480" rIns="60960" bIns="30480" anchor="t">
            <a:spAutoFit/>
          </a:bodyPr>
          <a:lstStyle/>
          <a:p>
            <a:pPr algn="ctr" defTabSz="608965" latinLnBrk="0">
              <a:defRPr/>
            </a:pPr>
            <a:r>
              <a:rPr lang="ko-KR" altLang="en-US" sz="5400" b="1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세계 청년대회 공식 기도문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7947C9A-2A13-CEC3-23D1-5CF3AA3587A5}"/>
              </a:ext>
            </a:extLst>
          </p:cNvPr>
          <p:cNvSpPr txBox="1">
            <a:spLocks/>
          </p:cNvSpPr>
          <p:nvPr/>
        </p:nvSpPr>
        <p:spPr>
          <a:xfrm>
            <a:off x="328837" y="1350165"/>
            <a:ext cx="11299175" cy="5324474"/>
          </a:xfrm>
          <a:prstGeom prst="rect">
            <a:avLst/>
          </a:prstGeom>
        </p:spPr>
        <p:txBody>
          <a:bodyPr vert="horz" wrap="square" lIns="60960" tIns="30480" rIns="60960" bIns="30480" rtlCol="0" anchor="ctr">
            <a:normAutofit/>
          </a:bodyPr>
          <a:lstStyle>
            <a:lvl1pPr algn="ctr" defTabSz="60899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○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자비와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평화의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모후이시여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,</a:t>
            </a:r>
          </a:p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◎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저희를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위하여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빌어주소서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. </a:t>
            </a:r>
          </a:p>
          <a:p>
            <a:endParaRPr lang="en-US" altLang="ko-KR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sz="3600" b="1" dirty="0">
                <a:latin typeface="Malgun Gothic"/>
                <a:ea typeface="Malgun Gothic"/>
                <a:cs typeface="Calibri"/>
              </a:rPr>
              <a:t>○</a:t>
            </a:r>
            <a:r>
              <a:rPr lang="ko-KR" altLang="en-US" sz="3600" b="1" dirty="0">
                <a:latin typeface="Malgun Gothic"/>
                <a:ea typeface="Malgun Gothic"/>
                <a:cs typeface="Calibri"/>
              </a:rPr>
              <a:t>서울</a:t>
            </a:r>
            <a:r>
              <a:rPr lang="en-US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ko-KR" altLang="en-US" sz="3600" b="1" dirty="0">
                <a:latin typeface="Malgun Gothic"/>
                <a:ea typeface="Malgun Gothic"/>
                <a:cs typeface="Calibri"/>
              </a:rPr>
              <a:t>세계청년대회의</a:t>
            </a:r>
            <a:r>
              <a:rPr lang="en-US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ko-KR" altLang="en-US" sz="3600" b="1" dirty="0" err="1">
                <a:latin typeface="Malgun Gothic"/>
                <a:ea typeface="Malgun Gothic"/>
                <a:cs typeface="Calibri"/>
              </a:rPr>
              <a:t>주보성인들이여</a:t>
            </a:r>
            <a:r>
              <a:rPr lang="ko-KR" altLang="en-US" sz="3600" b="1" dirty="0">
                <a:latin typeface="Malgun Gothic"/>
                <a:ea typeface="Malgun Gothic"/>
                <a:cs typeface="Calibri"/>
              </a:rPr>
              <a:t>,</a:t>
            </a:r>
          </a:p>
          <a:p>
            <a:endParaRPr lang="ko-KR" altLang="en-US" sz="3600" b="1" dirty="0">
              <a:latin typeface="Malgun Gothic"/>
              <a:ea typeface="Malgun Gothic"/>
              <a:cs typeface="Calibri"/>
            </a:endParaRPr>
          </a:p>
          <a:p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◎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모든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젊은이들을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위하여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3600" b="1" dirty="0" err="1">
                <a:latin typeface="Malgun Gothic"/>
                <a:ea typeface="Malgun Gothic"/>
                <a:cs typeface="Calibri"/>
              </a:rPr>
              <a:t>빌어주소서</a:t>
            </a:r>
            <a:r>
              <a:rPr lang="en-US" altLang="ko-KR" sz="3600" b="1" dirty="0">
                <a:latin typeface="Malgun Gothic"/>
                <a:ea typeface="Malgun Gothic"/>
                <a:cs typeface="Calibri"/>
              </a:rPr>
              <a:t>. </a:t>
            </a:r>
          </a:p>
          <a:p>
            <a:endParaRPr lang="ko-KR" altLang="en-US" sz="3600" b="1" dirty="0">
              <a:latin typeface="Malgun Gothic"/>
              <a:ea typeface="Malgun Gothic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44925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135" descr="/Users/SUNDAYSCHOOL/Library/Group Containers/L48J367XN4.com.infraware.PolarisOfficeSA/EngineTemp/5598/fImage42362068108515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502942" y="2552472"/>
            <a:ext cx="111867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b="1"/>
              <a:t>미사가 곧 시작합니다</a:t>
            </a:r>
            <a:r>
              <a:rPr lang="en-US" altLang="ko-KR" sz="5400" b="1"/>
              <a:t>.</a:t>
            </a:r>
          </a:p>
          <a:p>
            <a:pPr algn="ctr"/>
            <a:r>
              <a:rPr lang="ko-KR" altLang="en-US" sz="5400" b="1"/>
              <a:t>지금은 조용히 기도하는 시간입니다</a:t>
            </a:r>
            <a:r>
              <a:rPr lang="en-US" altLang="ko-KR" sz="5400" b="1"/>
              <a:t>.</a:t>
            </a:r>
            <a:endParaRPr lang="ko-KR" altLang="en-US" sz="5400" b="1"/>
          </a:p>
        </p:txBody>
      </p:sp>
    </p:spTree>
    <p:extLst>
      <p:ext uri="{BB962C8B-B14F-4D97-AF65-F5344CB8AC3E}">
        <p14:creationId xmlns:p14="http://schemas.microsoft.com/office/powerpoint/2010/main" val="4035177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7832"/>
            <a:ext cx="12192000" cy="57823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00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385" y="677332"/>
            <a:ext cx="10985071" cy="618066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00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EE025-AAA6-7590-3051-9FFEE06FE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>
            <a:extLst>
              <a:ext uri="{FF2B5EF4-FFF2-40B4-BE49-F238E27FC236}">
                <a16:creationId xmlns:a16="http://schemas.microsoft.com/office/drawing/2014/main" id="{D85F1270-272D-C318-CB9F-2F3D2D5FBE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>
            <a:extLst>
              <a:ext uri="{FF2B5EF4-FFF2-40B4-BE49-F238E27FC236}">
                <a16:creationId xmlns:a16="http://schemas.microsoft.com/office/drawing/2014/main" id="{DFF33B29-1B96-402F-5FBF-1DB7265DA8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4094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2"/>
          <a:srcRect l="9750" t="1110" r="9750" b="39190"/>
          <a:stretch>
            <a:fillRect/>
          </a:stretch>
        </p:blipFill>
        <p:spPr>
          <a:xfrm>
            <a:off x="0" y="782841"/>
            <a:ext cx="12221681" cy="529231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/>
          <a:srcRect l="9120" t="1950" r="10300" b="69840"/>
          <a:stretch>
            <a:fillRect/>
          </a:stretch>
        </p:blipFill>
        <p:spPr>
          <a:xfrm>
            <a:off x="0" y="3508068"/>
            <a:ext cx="12192000" cy="2570337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3"/>
          <a:srcRect l="9750" t="65850" r="10510" b="5980"/>
          <a:stretch>
            <a:fillRect/>
          </a:stretch>
        </p:blipFill>
        <p:spPr>
          <a:xfrm>
            <a:off x="-1" y="993321"/>
            <a:ext cx="12192001" cy="251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977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2"/>
          <a:srcRect l="9270" t="34920" r="10440" b="4880"/>
          <a:stretch>
            <a:fillRect/>
          </a:stretch>
        </p:blipFill>
        <p:spPr>
          <a:xfrm>
            <a:off x="0" y="676141"/>
            <a:ext cx="12192000" cy="550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920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/>
          <a:srcRect l="10330" t="2510" r="8240" b="50290"/>
          <a:stretch>
            <a:fillRect/>
          </a:stretch>
        </p:blipFill>
        <p:spPr>
          <a:xfrm>
            <a:off x="0" y="1114198"/>
            <a:ext cx="12191998" cy="462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61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/>
          <a:srcRect l="10180" t="50000" r="8090"/>
          <a:stretch>
            <a:fillRect/>
          </a:stretch>
        </p:blipFill>
        <p:spPr>
          <a:xfrm>
            <a:off x="0" y="981573"/>
            <a:ext cx="12211962" cy="489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488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2"/>
          <a:srcRect l="10750" t="1830" r="8300" b="16230"/>
          <a:stretch>
            <a:fillRect/>
          </a:stretch>
        </p:blipFill>
        <p:spPr>
          <a:xfrm>
            <a:off x="403366" y="0"/>
            <a:ext cx="113852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112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2"/>
          <a:srcRect l="10000" t="11490" r="10000" b="44250"/>
          <a:stretch>
            <a:fillRect/>
          </a:stretch>
        </p:blipFill>
        <p:spPr>
          <a:xfrm>
            <a:off x="0" y="1162008"/>
            <a:ext cx="12244073" cy="4533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5788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2"/>
          <a:srcRect l="9690" t="57220" r="10000" b="1610"/>
          <a:stretch>
            <a:fillRect/>
          </a:stretch>
        </p:blipFill>
        <p:spPr>
          <a:xfrm>
            <a:off x="-13356" y="1332459"/>
            <a:ext cx="12218714" cy="4193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5503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2"/>
          <a:srcRect l="9290" t="2620" r="10350" b="11930"/>
          <a:stretch>
            <a:fillRect/>
          </a:stretch>
        </p:blipFill>
        <p:spPr>
          <a:xfrm>
            <a:off x="298359" y="0"/>
            <a:ext cx="1159528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5894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2"/>
          <a:srcRect l="10020" t="5250" r="9250" b="49050"/>
          <a:stretch>
            <a:fillRect/>
          </a:stretch>
        </p:blipFill>
        <p:spPr>
          <a:xfrm>
            <a:off x="0" y="1099813"/>
            <a:ext cx="12171751" cy="465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1333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2"/>
          <a:srcRect l="9870" t="51790" r="9410" b="1600"/>
          <a:stretch>
            <a:fillRect/>
          </a:stretch>
        </p:blipFill>
        <p:spPr>
          <a:xfrm>
            <a:off x="-20354" y="1045385"/>
            <a:ext cx="12212354" cy="4767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4204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2"/>
          <a:srcRect l="10040" r="8770" b="9560"/>
          <a:stretch>
            <a:fillRect/>
          </a:stretch>
        </p:blipFill>
        <p:spPr>
          <a:xfrm>
            <a:off x="304132" y="0"/>
            <a:ext cx="115837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8396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/>
          <a:srcRect l="9140" t="19640" r="9800" b="20240"/>
          <a:stretch>
            <a:fillRect/>
          </a:stretch>
        </p:blipFill>
        <p:spPr>
          <a:xfrm>
            <a:off x="574522" y="0"/>
            <a:ext cx="1104295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1505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D3E1D-5426-B7C2-B0B4-E6F1612E8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>
            <a:extLst>
              <a:ext uri="{FF2B5EF4-FFF2-40B4-BE49-F238E27FC236}">
                <a16:creationId xmlns:a16="http://schemas.microsoft.com/office/drawing/2014/main" id="{E22D7531-5060-C3E8-C522-C8953C1C72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>
            <a:extLst>
              <a:ext uri="{FF2B5EF4-FFF2-40B4-BE49-F238E27FC236}">
                <a16:creationId xmlns:a16="http://schemas.microsoft.com/office/drawing/2014/main" id="{F74C1BF2-C44C-7EE4-D20A-BB9F6FE568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288484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330" y="127000"/>
            <a:ext cx="2534920" cy="800100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algn="ctr">
              <a:defRPr lang="ko-KR"/>
            </a:pPr>
            <a:r>
              <a:rPr lang="ko-KR" altLang="en-US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독서</a:t>
            </a:r>
            <a:endParaRPr lang="ko-KR" altLang="en-US" sz="48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0" y="114935"/>
            <a:ext cx="2013585" cy="431165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algn="r">
              <a:defRPr lang="ko-KR"/>
            </a:pPr>
            <a:r>
              <a:rPr lang="ko-KR" altLang="en-US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말씀 전례</a:t>
            </a:r>
          </a:p>
        </p:txBody>
      </p:sp>
      <p:pic>
        <p:nvPicPr>
          <p:cNvPr id="8" name="그림 76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57A8091-C37A-6669-2B60-EBC6AABC7E8C}"/>
              </a:ext>
            </a:extLst>
          </p:cNvPr>
          <p:cNvSpPr txBox="1"/>
          <p:nvPr/>
        </p:nvSpPr>
        <p:spPr>
          <a:xfrm>
            <a:off x="153035" y="988059"/>
            <a:ext cx="11888470" cy="4109458"/>
          </a:xfrm>
          <a:prstGeom prst="rect">
            <a:avLst/>
          </a:prstGeom>
          <a:noFill/>
        </p:spPr>
        <p:txBody>
          <a:bodyPr vert="horz" wrap="square" lIns="60960" tIns="30480" rIns="60960" bIns="30480" numCol="1" anchor="t">
            <a:spAutoFit/>
          </a:bodyPr>
          <a:lstStyle>
            <a:lvl1pPr marL="0" indent="0" eaLnBrk="0" latinLnBrk="0" hangingPunct="0">
              <a:lnSpc>
                <a:spcPct val="150000"/>
              </a:lnSpc>
              <a:buFontTx/>
              <a:buNone/>
              <a:defRPr lang="en-GB" altLang="en-US" sz="3600" b="1">
                <a:latin typeface="메이플스토리" charset="0"/>
                <a:ea typeface="메이플스토리" charset="0"/>
              </a:defRPr>
            </a:lvl1pPr>
          </a:lstStyle>
          <a:p>
            <a:r>
              <a:rPr lang="ko-KR" altLang="en-US" dirty="0">
                <a:latin typeface="맑은 고딕"/>
                <a:ea typeface="맑은 고딕"/>
              </a:rPr>
              <a:t>▥ 이사야서의 말씀입니다.</a:t>
            </a:r>
            <a:r>
              <a:rPr lang="en-US" altLang="ko-KR" dirty="0">
                <a:latin typeface="Malgun Gothic"/>
                <a:ea typeface="Malgun Gothic"/>
              </a:rPr>
              <a:t>25,6-10ㄱ</a:t>
            </a:r>
            <a:endParaRPr lang="en-US" altLang="ko-KR" sz="1400" b="0" dirty="0">
              <a:solidFill>
                <a:srgbClr val="111111"/>
              </a:solidFill>
              <a:highlight>
                <a:srgbClr val="FFFFFF"/>
              </a:highlight>
              <a:latin typeface="메이플스토리"/>
              <a:ea typeface="맑은 고딕"/>
            </a:endParaRPr>
          </a:p>
          <a:p>
            <a:r>
              <a:rPr lang="ko-KR" altLang="en-US" dirty="0">
                <a:latin typeface="맑은 고딕"/>
                <a:ea typeface="맑은 고딕"/>
              </a:rPr>
              <a:t> </a:t>
            </a:r>
            <a:r>
              <a:rPr lang="en-US" altLang="ko-KR" dirty="0">
                <a:latin typeface="맑은 고딕"/>
                <a:ea typeface="맑은 고딕"/>
              </a:rPr>
              <a:t>...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3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latinLnBrk="0">
              <a:buFontTx/>
              <a:buNone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주님의 말씀입니다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r>
              <a:rPr lang="en-US" altLang="ko-KR" dirty="0">
                <a:latin typeface="맑은 고딕"/>
                <a:ea typeface="맑은 고딕"/>
              </a:rPr>
              <a:t>◎ </a:t>
            </a:r>
            <a:r>
              <a:rPr lang="ko-KR" altLang="en-US" dirty="0">
                <a:latin typeface="맑은 고딕"/>
                <a:ea typeface="맑은 고딕"/>
              </a:rPr>
              <a:t>하느님</a:t>
            </a:r>
            <a:r>
              <a:rPr lang="en-US" altLang="ko-KR" dirty="0">
                <a:latin typeface="맑은 고딕"/>
                <a:ea typeface="맑은 고딕"/>
              </a:rPr>
              <a:t>, </a:t>
            </a:r>
            <a:r>
              <a:rPr lang="ko-KR" altLang="en-US" dirty="0">
                <a:latin typeface="맑은 고딕"/>
                <a:ea typeface="맑은 고딕"/>
              </a:rPr>
              <a:t>감사합니다</a:t>
            </a:r>
            <a:r>
              <a:rPr lang="en-US" altLang="ko-KR" dirty="0">
                <a:latin typeface="맑은 고딕"/>
                <a:ea typeface="맑은 고딕"/>
              </a:rPr>
              <a:t>. </a:t>
            </a:r>
            <a:endParaRPr lang="en-US" altLang="ko-KR" sz="3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73547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그림 8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100330" y="127000"/>
            <a:ext cx="2534920" cy="800100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lvl="0" algn="ctr">
              <a:defRPr lang="ko-KR"/>
            </a:pPr>
            <a:r>
              <a:rPr lang="ko-KR" altLang="en-US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/>
                <a:ea typeface="맑은 고딕"/>
              </a:rPr>
              <a:t>화답송</a:t>
            </a:r>
            <a:endParaRPr lang="ko-KR" altLang="en-US" sz="4800" b="1"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0" y="114935"/>
            <a:ext cx="2013585" cy="431165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lvl="0" algn="r">
              <a:defRPr lang="ko-KR"/>
            </a:pPr>
            <a:r>
              <a:rPr lang="ko-KR" altLang="en-US" sz="2400" b="1">
                <a:latin typeface="맑은 고딕"/>
                <a:ea typeface="맑은 고딕"/>
              </a:rPr>
              <a:t>말씀 전례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BD8F44-5CCE-316D-A704-73E8B8FA0D64}"/>
              </a:ext>
            </a:extLst>
          </p:cNvPr>
          <p:cNvSpPr txBox="1"/>
          <p:nvPr/>
        </p:nvSpPr>
        <p:spPr>
          <a:xfrm>
            <a:off x="325755" y="3523218"/>
            <a:ext cx="11539855" cy="1663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b="1" dirty="0">
                <a:latin typeface="맑은 고딕"/>
                <a:ea typeface="맑은 고딕"/>
              </a:rPr>
              <a:t>◎ 저는 오래오래 주님 집에 사오리다.</a:t>
            </a:r>
          </a:p>
          <a:p>
            <a:pPr>
              <a:lnSpc>
                <a:spcPct val="150000"/>
              </a:lnSpc>
            </a:pPr>
            <a:endParaRPr lang="ko-Kore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4919153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330" y="127000"/>
            <a:ext cx="2534920" cy="800100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algn="ctr">
              <a:defRPr lang="ko-KR"/>
            </a:pPr>
            <a:r>
              <a:rPr lang="ko-KR" altLang="en-US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독서</a:t>
            </a:r>
            <a:endParaRPr lang="ko-KR" altLang="en-US" sz="48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0" y="114935"/>
            <a:ext cx="2013585" cy="431165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algn="r">
              <a:defRPr lang="ko-KR"/>
            </a:pPr>
            <a:r>
              <a:rPr lang="ko-KR" altLang="en-US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말씀 전례</a:t>
            </a:r>
          </a:p>
        </p:txBody>
      </p:sp>
      <p:pic>
        <p:nvPicPr>
          <p:cNvPr id="8" name="그림 88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153035" y="988059"/>
            <a:ext cx="11888470" cy="3278462"/>
          </a:xfrm>
          <a:prstGeom prst="rect">
            <a:avLst/>
          </a:prstGeom>
          <a:noFill/>
        </p:spPr>
        <p:txBody>
          <a:bodyPr vert="horz" wrap="square" lIns="60960" tIns="30480" rIns="60960" bIns="30480" numCol="1" anchor="t">
            <a:spAutoFit/>
          </a:bodyPr>
          <a:lstStyle>
            <a:lvl1pPr marL="0" indent="0" eaLnBrk="0" latinLnBrk="0" hangingPunct="0">
              <a:lnSpc>
                <a:spcPct val="150000"/>
              </a:lnSpc>
              <a:buFontTx/>
              <a:buNone/>
              <a:defRPr lang="en-GB" altLang="en-US" sz="3600" b="1">
                <a:latin typeface="메이플스토리" charset="0"/>
                <a:ea typeface="메이플스토리" charset="0"/>
              </a:defRPr>
            </a:lvl1pPr>
          </a:lstStyle>
          <a:p>
            <a:r>
              <a:rPr lang="ko-KR" altLang="en-US" sz="3600" b="1" dirty="0">
                <a:latin typeface="맑은 고딕"/>
                <a:ea typeface="맑은 고딕"/>
              </a:rPr>
              <a:t>▥ 사도 바오로의 필리피서 말씀입니다.</a:t>
            </a:r>
            <a:r>
              <a:rPr lang="ko-KR" altLang="ko-KR" cap="all" dirty="0"/>
              <a:t>4,12-14.19-20</a:t>
            </a:r>
            <a:endParaRPr lang="en-US" altLang="ko-KR" sz="2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3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dirty="0">
                <a:solidFill>
                  <a:srgbClr val="000000"/>
                </a:solidFill>
                <a:latin typeface="맑은 고딕"/>
                <a:ea typeface="맑은 고딕"/>
              </a:rPr>
              <a:t>○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주님의 말씀입니다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r>
              <a:rPr lang="en-US" altLang="ko-KR" dirty="0">
                <a:latin typeface="맑은 고딕"/>
                <a:ea typeface="맑은 고딕"/>
              </a:rPr>
              <a:t>◎ </a:t>
            </a:r>
            <a:r>
              <a:rPr lang="ko-KR" altLang="en-US" dirty="0">
                <a:latin typeface="맑은 고딕"/>
                <a:ea typeface="맑은 고딕"/>
              </a:rPr>
              <a:t>하느님</a:t>
            </a:r>
            <a:r>
              <a:rPr lang="en-US" altLang="ko-KR" dirty="0">
                <a:latin typeface="맑은 고딕"/>
                <a:ea typeface="맑은 고딕"/>
              </a:rPr>
              <a:t>, </a:t>
            </a:r>
            <a:r>
              <a:rPr lang="ko-KR" altLang="en-US" dirty="0">
                <a:latin typeface="맑은 고딕"/>
                <a:ea typeface="맑은 고딕"/>
              </a:rPr>
              <a:t>감사합니다</a:t>
            </a:r>
            <a:r>
              <a:rPr lang="en-US" altLang="ko-KR" dirty="0">
                <a:latin typeface="맑은 고딕"/>
                <a:ea typeface="맑은 고딕"/>
              </a:rPr>
              <a:t>. </a:t>
            </a:r>
            <a:endParaRPr lang="en-US" altLang="ko-KR" sz="3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2815576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DAF6E-B15C-A67B-94C6-911E83E5C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5">
            <a:extLst>
              <a:ext uri="{FF2B5EF4-FFF2-40B4-BE49-F238E27FC236}">
                <a16:creationId xmlns:a16="http://schemas.microsoft.com/office/drawing/2014/main" id="{DC088845-B158-A824-E5E7-AF6018ED4919}"/>
              </a:ext>
            </a:extLst>
          </p:cNvPr>
          <p:cNvGrpSpPr/>
          <p:nvPr/>
        </p:nvGrpSpPr>
        <p:grpSpPr>
          <a:xfrm>
            <a:off x="457200" y="177800"/>
            <a:ext cx="3860165" cy="1018540"/>
            <a:chOff x="457200" y="177800"/>
            <a:chExt cx="3860165" cy="1018540"/>
          </a:xfrm>
        </p:grpSpPr>
        <p:pic>
          <p:nvPicPr>
            <p:cNvPr id="5" name="Picture ">
              <a:extLst>
                <a:ext uri="{FF2B5EF4-FFF2-40B4-BE49-F238E27FC236}">
                  <a16:creationId xmlns:a16="http://schemas.microsoft.com/office/drawing/2014/main" id="{6BA1D11A-4390-A28F-445F-641772657F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200" y="177800"/>
              <a:ext cx="3860165" cy="1018540"/>
            </a:xfrm>
            <a:prstGeom prst="rect">
              <a:avLst/>
            </a:prstGeom>
            <a:noFill/>
          </p:spPr>
        </p:pic>
      </p:grpSp>
      <p:sp>
        <p:nvSpPr>
          <p:cNvPr id="6" name="Rect 0">
            <a:extLst>
              <a:ext uri="{FF2B5EF4-FFF2-40B4-BE49-F238E27FC236}">
                <a16:creationId xmlns:a16="http://schemas.microsoft.com/office/drawing/2014/main" id="{29BDD9D6-9346-0B54-9114-81F86794556C}"/>
              </a:ext>
            </a:extLst>
          </p:cNvPr>
          <p:cNvSpPr txBox="1">
            <a:spLocks/>
          </p:cNvSpPr>
          <p:nvPr/>
        </p:nvSpPr>
        <p:spPr>
          <a:xfrm>
            <a:off x="457200" y="325120"/>
            <a:ext cx="4088130" cy="785495"/>
          </a:xfrm>
          <a:prstGeom prst="rect">
            <a:avLst/>
          </a:prstGeom>
          <a:noFill/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  <p:txBody>
          <a:bodyPr vert="horz" wrap="square" lIns="60960" tIns="30480" rIns="60960" bIns="30480" numCol="1" anchor="t">
            <a:spAutoFit/>
          </a:bodyPr>
          <a:lstStyle/>
          <a:p>
            <a:pPr marL="0" indent="0" latinLnBrk="0">
              <a:buFontTx/>
              <a:buNone/>
              <a:defRPr lang="ko-KR"/>
            </a:pPr>
            <a:r>
              <a:rPr lang="ko-KR" altLang="en-US" sz="4700" b="1">
                <a:ln w="28575" cap="flat" cmpd="sng">
                  <a:solidFill>
                    <a:schemeClr val="bg1">
                      <a:alpha val="100000"/>
                    </a:schemeClr>
                  </a:solidFill>
                  <a:prstDash val="solid"/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복 음 환 호 송</a:t>
            </a:r>
          </a:p>
        </p:txBody>
      </p:sp>
      <p:sp>
        <p:nvSpPr>
          <p:cNvPr id="8" name="Rect 0">
            <a:extLst>
              <a:ext uri="{FF2B5EF4-FFF2-40B4-BE49-F238E27FC236}">
                <a16:creationId xmlns:a16="http://schemas.microsoft.com/office/drawing/2014/main" id="{2C69C67D-8925-232C-2235-F77311DD4CFC}"/>
              </a:ext>
            </a:extLst>
          </p:cNvPr>
          <p:cNvSpPr txBox="1">
            <a:spLocks/>
          </p:cNvSpPr>
          <p:nvPr/>
        </p:nvSpPr>
        <p:spPr>
          <a:xfrm>
            <a:off x="10353675" y="114935"/>
            <a:ext cx="1718945" cy="431800"/>
          </a:xfrm>
          <a:prstGeom prst="rect">
            <a:avLst/>
          </a:prstGeom>
          <a:noFill/>
        </p:spPr>
        <p:txBody>
          <a:bodyPr vert="horz" wrap="square" lIns="60960" tIns="30480" rIns="60960" bIns="30480" numCol="1" anchor="t">
            <a:spAutoFit/>
          </a:bodyPr>
          <a:lstStyle/>
          <a:p>
            <a:pPr marL="0" indent="0" algn="r" latinLnBrk="0">
              <a:buFontTx/>
              <a:buNone/>
              <a:defRPr lang="ko-KR"/>
            </a:pPr>
            <a:r>
              <a:rPr lang="ko-KR" altLang="en-US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말씀 전례</a:t>
            </a:r>
          </a:p>
        </p:txBody>
      </p:sp>
      <p:pic>
        <p:nvPicPr>
          <p:cNvPr id="16" name="그림 104">
            <a:extLst>
              <a:ext uri="{FF2B5EF4-FFF2-40B4-BE49-F238E27FC236}">
                <a16:creationId xmlns:a16="http://schemas.microsoft.com/office/drawing/2014/main" id="{9DA39B84-A5C7-A9FE-6133-70FE8B27354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14" name="Rect 0">
            <a:extLst>
              <a:ext uri="{FF2B5EF4-FFF2-40B4-BE49-F238E27FC236}">
                <a16:creationId xmlns:a16="http://schemas.microsoft.com/office/drawing/2014/main" id="{275BFB58-7CE0-281A-59A2-404C82ED8586}"/>
              </a:ext>
            </a:extLst>
          </p:cNvPr>
          <p:cNvSpPr txBox="1"/>
          <p:nvPr/>
        </p:nvSpPr>
        <p:spPr>
          <a:xfrm>
            <a:off x="200025" y="1702630"/>
            <a:ext cx="11872595" cy="4940455"/>
          </a:xfrm>
          <a:prstGeom prst="rect">
            <a:avLst/>
          </a:prstGeom>
          <a:noFill/>
        </p:spPr>
        <p:txBody>
          <a:bodyPr vert="horz" wrap="square" lIns="60960" tIns="30480" rIns="60960" bIns="30480" anchor="t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ko-KR" altLang="en-US" sz="3600" b="1" dirty="0">
                <a:solidFill>
                  <a:srgbClr val="000000"/>
                </a:solidFill>
                <a:latin typeface="맑은 고딕"/>
                <a:ea typeface="맑은 고딕"/>
              </a:rPr>
              <a:t>◎ 알렐루야.</a:t>
            </a:r>
          </a:p>
          <a:p>
            <a:pPr latinLnBrk="0">
              <a:lnSpc>
                <a:spcPct val="150000"/>
              </a:lnSpc>
              <a:defRPr/>
            </a:pPr>
            <a:r>
              <a:rPr lang="ko-KR" altLang="en-US" sz="3600" b="1" dirty="0">
                <a:solidFill>
                  <a:srgbClr val="000000"/>
                </a:solidFill>
                <a:latin typeface="맑은 고딕"/>
                <a:ea typeface="맑은 고딕"/>
              </a:rPr>
              <a:t>○ 우리 주 예수 그리스도의 아버지, 저희 마음의 눈을 밝혀 주시어 부르심을 받은 저희의 희망을 알게 하여 주소서.</a:t>
            </a:r>
          </a:p>
          <a:p>
            <a:pPr latinLnBrk="0">
              <a:lnSpc>
                <a:spcPct val="150000"/>
              </a:lnSpc>
              <a:defRPr/>
            </a:pPr>
            <a:r>
              <a:rPr lang="en-US" altLang="ko-KR" sz="3600" b="1" dirty="0">
                <a:solidFill>
                  <a:srgbClr val="000000"/>
                </a:solidFill>
                <a:latin typeface="맑은 고딕"/>
                <a:ea typeface="맑은 고딕"/>
              </a:rPr>
              <a:t>◎ </a:t>
            </a:r>
            <a:r>
              <a:rPr lang="en-US" altLang="ko-KR" sz="3600" b="1" dirty="0" err="1">
                <a:solidFill>
                  <a:srgbClr val="000000"/>
                </a:solidFill>
                <a:latin typeface="맑은 고딕"/>
                <a:ea typeface="맑은 고딕"/>
              </a:rPr>
              <a:t>알렐루야</a:t>
            </a:r>
            <a:r>
              <a:rPr lang="en-US" altLang="ko-KR" sz="3600" b="1" dirty="0">
                <a:solidFill>
                  <a:srgbClr val="000000"/>
                </a:solidFill>
                <a:latin typeface="맑은 고딕"/>
                <a:ea typeface="맑은 고딕"/>
              </a:rPr>
              <a:t>. </a:t>
            </a:r>
            <a:endParaRPr lang="ko-KR" altLang="en-US" sz="3600" b="1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lvl="0" indent="0" latinLnBrk="0">
              <a:lnSpc>
                <a:spcPct val="150000"/>
              </a:lnSpc>
              <a:buFontTx/>
              <a:buNone/>
              <a:defRPr/>
            </a:pPr>
            <a:endParaRPr lang="en-US" altLang="ko-KR" sz="3600" b="1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lvl="0" indent="0" latinLnBrk="0">
              <a:lnSpc>
                <a:spcPct val="150000"/>
              </a:lnSpc>
              <a:buFontTx/>
              <a:buNone/>
              <a:defRPr/>
            </a:pPr>
            <a:endParaRPr lang="ko-KR" altLang="en-US" sz="36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7723346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330" y="127000"/>
            <a:ext cx="1732280" cy="800100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algn="ctr">
              <a:defRPr lang="ko-KR"/>
            </a:pPr>
            <a:r>
              <a:rPr lang="ko-KR" altLang="en-US" sz="4800" b="1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복음</a:t>
            </a:r>
            <a:endParaRPr lang="ko-KR" altLang="en-US" sz="48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108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302895" y="1753552"/>
            <a:ext cx="11889105" cy="3278462"/>
          </a:xfrm>
          <a:prstGeom prst="rect">
            <a:avLst/>
          </a:prstGeom>
          <a:noFill/>
        </p:spPr>
        <p:txBody>
          <a:bodyPr vert="horz" wrap="square" lIns="60960" tIns="30480" rIns="60960" bIns="30480" anchor="t">
            <a:spAutoFit/>
          </a:bodyPr>
          <a:lstStyle>
            <a:lvl1pPr marL="0" indent="0" eaLnBrk="0" latinLnBrk="0" hangingPunct="0">
              <a:lnSpc>
                <a:spcPct val="150000"/>
              </a:lnSpc>
              <a:buFontTx/>
              <a:buNone/>
              <a:defRPr lang="en-GB" altLang="en-US" sz="3600" b="1">
                <a:latin typeface="메이플스토리"/>
                <a:ea typeface="메이플스토리"/>
              </a:defRPr>
            </a:lvl1pPr>
          </a:lstStyle>
          <a:p>
            <a:pPr>
              <a:defRPr/>
            </a:pPr>
            <a:r>
              <a:rPr lang="ko-KR" altLang="en-US" sz="3600" b="1" dirty="0">
                <a:latin typeface="맑은 고딕"/>
                <a:ea typeface="맑은 고딕"/>
              </a:rPr>
              <a:t> ✠ 마태오가 전한 거룩한 복음입니다.</a:t>
            </a:r>
            <a:r>
              <a:rPr lang="en-US" altLang="ko-KR" dirty="0">
                <a:latin typeface="맑은 고딕"/>
                <a:ea typeface="맑은 고딕"/>
              </a:rPr>
              <a:t>22,1-14</a:t>
            </a:r>
            <a:endParaRPr lang="en-US" altLang="ko-KR" sz="3600" b="1" dirty="0">
              <a:latin typeface="맑은 고딕"/>
              <a:ea typeface="맑은 고딕"/>
            </a:endParaRPr>
          </a:p>
          <a:p>
            <a:pPr marL="0" lvl="0" indent="0" latinLnBrk="0">
              <a:buFontTx/>
              <a:buNone/>
              <a:defRPr/>
            </a:pPr>
            <a:endParaRPr lang="en-US" altLang="ko-KR" sz="3600" b="1" dirty="0">
              <a:latin typeface="맑은 고딕"/>
              <a:ea typeface="맑은 고딕"/>
            </a:endParaRPr>
          </a:p>
          <a:p>
            <a:pPr marL="0" lvl="0" indent="0" latinLnBrk="0">
              <a:buFontTx/>
              <a:buNone/>
              <a:defRPr/>
            </a:pPr>
            <a:r>
              <a:rPr lang="ko-KR" altLang="en-US" sz="3600" b="1" dirty="0">
                <a:latin typeface="맑은 고딕"/>
                <a:ea typeface="맑은 고딕"/>
              </a:rPr>
              <a:t> 주님의 말씀입니다</a:t>
            </a:r>
            <a:r>
              <a:rPr lang="en-US" altLang="ko-KR" sz="3600" b="1" dirty="0">
                <a:latin typeface="맑은 고딕"/>
                <a:ea typeface="맑은 고딕"/>
              </a:rPr>
              <a:t>.</a:t>
            </a:r>
          </a:p>
          <a:p>
            <a:pPr marL="0" lvl="0" indent="0" latinLnBrk="0">
              <a:buFontTx/>
              <a:buNone/>
              <a:defRPr/>
            </a:pPr>
            <a:r>
              <a:rPr lang="ko-KR" altLang="en-US" sz="3600" b="1" dirty="0">
                <a:latin typeface="맑은 고딕"/>
                <a:ea typeface="맑은 고딕"/>
              </a:rPr>
              <a:t>  </a:t>
            </a:r>
            <a:r>
              <a:rPr lang="en-US" altLang="ko-KR" sz="3600" b="1" dirty="0">
                <a:latin typeface="맑은 고딕"/>
                <a:ea typeface="맑은 고딕"/>
              </a:rPr>
              <a:t>◎ </a:t>
            </a:r>
            <a:r>
              <a:rPr lang="ko-KR" altLang="en-US" sz="3600" b="1" dirty="0">
                <a:latin typeface="맑은 고딕"/>
                <a:ea typeface="맑은 고딕"/>
              </a:rPr>
              <a:t>그리스도님</a:t>
            </a:r>
            <a:r>
              <a:rPr lang="en-US" altLang="ko-KR" sz="3600" b="1" dirty="0">
                <a:latin typeface="맑은 고딕"/>
                <a:ea typeface="맑은 고딕"/>
              </a:rPr>
              <a:t>,</a:t>
            </a:r>
            <a:r>
              <a:rPr lang="ko-KR" altLang="en-US" sz="3600" b="1" dirty="0">
                <a:latin typeface="맑은 고딕"/>
                <a:ea typeface="맑은 고딕"/>
              </a:rPr>
              <a:t> 찬미합니다</a:t>
            </a:r>
            <a:r>
              <a:rPr lang="en-US" altLang="ko-KR" sz="3600" b="1" dirty="0">
                <a:latin typeface="맑은 고딕"/>
                <a:ea typeface="맑은 고딕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4F2283-3A8C-4B4D-94FF-C3B71C3874DA}"/>
              </a:ext>
            </a:extLst>
          </p:cNvPr>
          <p:cNvSpPr txBox="1"/>
          <p:nvPr/>
        </p:nvSpPr>
        <p:spPr>
          <a:xfrm>
            <a:off x="9812655" y="114935"/>
            <a:ext cx="2265045" cy="431165"/>
          </a:xfrm>
          <a:prstGeom prst="rect">
            <a:avLst/>
          </a:prstGeom>
          <a:noFill/>
        </p:spPr>
        <p:txBody>
          <a:bodyPr wrap="square" lIns="60954" tIns="30477" rIns="60954" bIns="30477" rtlCol="0">
            <a:spAutoFit/>
          </a:bodyPr>
          <a:lstStyle/>
          <a:p>
            <a:pPr algn="r"/>
            <a:r>
              <a:rPr lang="ko-KR" altLang="en-US" sz="2400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말씀 전례</a:t>
            </a:r>
          </a:p>
        </p:txBody>
      </p:sp>
    </p:spTree>
    <p:extLst>
      <p:ext uri="{BB962C8B-B14F-4D97-AF65-F5344CB8AC3E}">
        <p14:creationId xmlns:p14="http://schemas.microsoft.com/office/powerpoint/2010/main" val="28162348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66" y="745067"/>
            <a:ext cx="10024534" cy="611293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00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287" y="0"/>
            <a:ext cx="10073424" cy="68579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00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131" descr="/Users/SUNDAYSCHOOL/Library/Group Containers/L48J367XN4.com.infraware.PolarisOfficeSA/EngineTemp/5598/fImage42362068046187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grpSp>
        <p:nvGrpSpPr>
          <p:cNvPr id="4" name="그룹 1001"/>
          <p:cNvGrpSpPr/>
          <p:nvPr/>
        </p:nvGrpSpPr>
        <p:grpSpPr>
          <a:xfrm>
            <a:off x="457200" y="177800"/>
            <a:ext cx="4553585" cy="1107440"/>
            <a:chOff x="457200" y="177800"/>
            <a:chExt cx="4553585" cy="1107440"/>
          </a:xfrm>
        </p:grpSpPr>
        <p:pic>
          <p:nvPicPr>
            <p:cNvPr id="5" name="Object 2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00" y="177800"/>
              <a:ext cx="4553585" cy="1107440"/>
            </a:xfrm>
            <a:prstGeom prst="rect">
              <a:avLst/>
            </a:prstGeom>
          </p:spPr>
        </p:pic>
      </p:grpSp>
      <p:sp>
        <p:nvSpPr>
          <p:cNvPr id="6" name="TextBox 5"/>
          <p:cNvSpPr txBox="1"/>
          <p:nvPr/>
        </p:nvSpPr>
        <p:spPr>
          <a:xfrm>
            <a:off x="542925" y="356870"/>
            <a:ext cx="4650740" cy="784860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60954" tIns="30477" rIns="60954" bIns="30477" rtlCol="0">
            <a:spAutoFit/>
          </a:bodyPr>
          <a:lstStyle/>
          <a:p>
            <a:r>
              <a:rPr lang="ko-KR" altLang="en-US" sz="4700" b="1">
                <a:ln w="28575">
                  <a:solidFill>
                    <a:schemeClr val="bg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예물 준비 기도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2255" y="114935"/>
            <a:ext cx="1655445" cy="431165"/>
          </a:xfrm>
          <a:prstGeom prst="rect">
            <a:avLst/>
          </a:prstGeom>
          <a:noFill/>
        </p:spPr>
        <p:txBody>
          <a:bodyPr wrap="square" lIns="60954" tIns="30477" rIns="60954" bIns="30477" rtlCol="0">
            <a:spAutoFit/>
          </a:bodyPr>
          <a:lstStyle/>
          <a:p>
            <a:pPr algn="r"/>
            <a:r>
              <a:rPr lang="ko-KR" altLang="en-US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성찬 전례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82222"/>
            <a:ext cx="10595610" cy="2493555"/>
          </a:xfrm>
          <a:prstGeom prst="rect">
            <a:avLst/>
          </a:prstGeom>
          <a:noFill/>
        </p:spPr>
        <p:txBody>
          <a:bodyPr vert="horz" wrap="square" lIns="60960" tIns="30480" rIns="60960" bIns="30480" anchor="t">
            <a:spAutoFit/>
          </a:bodyPr>
          <a:lstStyle/>
          <a:p>
            <a:pPr marL="342900" lvl="0" indent="-342900" defTabSz="914400" latinLnBrk="0">
              <a:lnSpc>
                <a:spcPct val="120000"/>
              </a:lnSpc>
              <a:spcBef>
                <a:spcPct val="20000"/>
              </a:spcBef>
              <a:buFontTx/>
              <a:buNone/>
              <a:defRPr/>
            </a:pPr>
            <a:r>
              <a:rPr lang="ko-KR" altLang="en-US" sz="4000" b="1">
                <a:solidFill>
                  <a:srgbClr val="000000"/>
                </a:solidFill>
                <a:latin typeface="맑은 고딕"/>
                <a:ea typeface="맑은 고딕"/>
              </a:rPr>
              <a:t>◎ 사제의 손으로 바치는 이 제사가</a:t>
            </a:r>
          </a:p>
          <a:p>
            <a:pPr marL="342900" lvl="0" indent="-342900" defTabSz="914400" latinLnBrk="0">
              <a:lnSpc>
                <a:spcPct val="120000"/>
              </a:lnSpc>
              <a:spcBef>
                <a:spcPct val="20000"/>
              </a:spcBef>
              <a:buFontTx/>
              <a:buNone/>
              <a:defRPr/>
            </a:pPr>
            <a:r>
              <a:rPr lang="ko-KR" altLang="en-US" sz="4000" b="1">
                <a:solidFill>
                  <a:srgbClr val="000000"/>
                </a:solidFill>
                <a:latin typeface="맑은 고딕"/>
                <a:ea typeface="맑은 고딕"/>
              </a:rPr>
              <a:t>    주님의 이름에는 찬미와 영광이 되고</a:t>
            </a:r>
          </a:p>
          <a:p>
            <a:pPr marL="342900" lvl="0" indent="-342900" defTabSz="914400" latinLnBrk="0">
              <a:lnSpc>
                <a:spcPct val="120000"/>
              </a:lnSpc>
              <a:spcBef>
                <a:spcPct val="20000"/>
              </a:spcBef>
              <a:buFontTx/>
              <a:buNone/>
              <a:defRPr/>
            </a:pPr>
            <a:r>
              <a:rPr lang="ko-KR" altLang="en-US" sz="4000" b="1">
                <a:solidFill>
                  <a:srgbClr val="000000"/>
                </a:solidFill>
                <a:latin typeface="맑은 고딕"/>
                <a:ea typeface="맑은 고딕"/>
              </a:rPr>
              <a:t>    저희와 온 교회에는 도움이 되게 하소서</a:t>
            </a:r>
            <a:r>
              <a:rPr lang="en-US" altLang="ko-KR" sz="4000" b="1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endParaRPr lang="ko-KR" altLang="en-US" sz="4000" b="1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495053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137088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1001"/>
          <p:cNvGrpSpPr/>
          <p:nvPr/>
        </p:nvGrpSpPr>
        <p:grpSpPr>
          <a:xfrm>
            <a:off x="744220" y="263525"/>
            <a:ext cx="2714625" cy="1017905"/>
            <a:chOff x="744220" y="263525"/>
            <a:chExt cx="2714625" cy="1017905"/>
          </a:xfrm>
        </p:grpSpPr>
        <p:pic>
          <p:nvPicPr>
            <p:cNvPr id="5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4220" y="263525"/>
              <a:ext cx="2714625" cy="1017905"/>
            </a:xfrm>
            <a:prstGeom prst="rect">
              <a:avLst/>
            </a:prstGeom>
          </p:spPr>
        </p:pic>
      </p:grpSp>
      <p:sp>
        <p:nvSpPr>
          <p:cNvPr id="6" name="TextBox 5"/>
          <p:cNvSpPr txBox="1"/>
          <p:nvPr/>
        </p:nvSpPr>
        <p:spPr>
          <a:xfrm>
            <a:off x="744220" y="297180"/>
            <a:ext cx="2426970" cy="784860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60954" tIns="30477" rIns="60954" bIns="30477" rtlCol="0">
            <a:spAutoFit/>
          </a:bodyPr>
          <a:lstStyle/>
          <a:p>
            <a:r>
              <a:rPr lang="ko-KR" altLang="en-US" sz="4700" b="1">
                <a:ln w="28575">
                  <a:solidFill>
                    <a:schemeClr val="bg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감 사 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" y="1343025"/>
            <a:ext cx="11015345" cy="5070475"/>
          </a:xfrm>
          <a:prstGeom prst="rect">
            <a:avLst/>
          </a:prstGeom>
          <a:noFill/>
        </p:spPr>
        <p:txBody>
          <a:bodyPr wrap="square" lIns="60954" tIns="30477" rIns="60954" bIns="30477" rtlCol="0">
            <a:spAutoFit/>
          </a:bodyPr>
          <a:lstStyle/>
          <a:p>
            <a:pPr marL="342900" lvl="0" indent="-342900" defTabSz="91440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ko-KR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† </a:t>
            </a:r>
            <a:r>
              <a:rPr lang="ko-KR" altLang="en-US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주님께서 여러분과 함께</a:t>
            </a:r>
            <a:r>
              <a:rPr lang="en-US" altLang="ko-KR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lvl="0" indent="-342900" defTabSz="914400">
              <a:lnSpc>
                <a:spcPct val="120000"/>
              </a:lnSpc>
              <a:spcBef>
                <a:spcPct val="20000"/>
              </a:spcBef>
              <a:defRPr/>
            </a:pPr>
            <a:r>
              <a:rPr lang="ko-KR" altLang="en-US" sz="4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◎ 또한 사제의 영과 함께</a:t>
            </a:r>
            <a:r>
              <a:rPr lang="en-US" altLang="ko-KR" sz="4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lvl="0" indent="-342900" defTabSz="91440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ko-KR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† </a:t>
            </a:r>
            <a:r>
              <a:rPr lang="ko-KR" altLang="en-US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마음을 드높이</a:t>
            </a:r>
            <a:r>
              <a:rPr lang="en-US" altLang="ko-KR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lvl="0" indent="-342900" defTabSz="914400">
              <a:lnSpc>
                <a:spcPct val="120000"/>
              </a:lnSpc>
              <a:spcBef>
                <a:spcPct val="20000"/>
              </a:spcBef>
              <a:defRPr/>
            </a:pPr>
            <a:r>
              <a:rPr lang="ko-KR" altLang="en-US" sz="4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◎ 주님께 올립니다</a:t>
            </a:r>
            <a:r>
              <a:rPr lang="en-US" altLang="ko-KR" sz="4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lvl="0" indent="-342900" defTabSz="91440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ko-KR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† </a:t>
            </a:r>
            <a:r>
              <a:rPr lang="ko-KR" altLang="en-US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우리 주 하느님께 감사합시다</a:t>
            </a:r>
            <a:r>
              <a:rPr lang="en-US" altLang="ko-KR" sz="4000" b="1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lvl="0" indent="-342900" defTabSz="914400">
              <a:lnSpc>
                <a:spcPct val="120000"/>
              </a:lnSpc>
              <a:spcBef>
                <a:spcPct val="20000"/>
              </a:spcBef>
              <a:defRPr/>
            </a:pPr>
            <a:r>
              <a:rPr lang="ko-KR" altLang="en-US" sz="4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◎ 마땅하고 옳은 일입니다</a:t>
            </a:r>
            <a:r>
              <a:rPr lang="en-US" altLang="ko-KR" sz="4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4000" b="1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18800" y="114935"/>
            <a:ext cx="1358265" cy="431165"/>
          </a:xfrm>
          <a:prstGeom prst="rect">
            <a:avLst/>
          </a:prstGeom>
          <a:noFill/>
        </p:spPr>
        <p:txBody>
          <a:bodyPr wrap="square" lIns="60954" tIns="30477" rIns="60954" bIns="30477" rtlCol="0">
            <a:spAutoFit/>
          </a:bodyPr>
          <a:lstStyle/>
          <a:p>
            <a:pPr algn="r"/>
            <a:r>
              <a:rPr lang="ko-KR" altLang="en-US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감사기도</a:t>
            </a:r>
          </a:p>
        </p:txBody>
      </p:sp>
      <p:pic>
        <p:nvPicPr>
          <p:cNvPr id="10" name="그림 135" descr="/Users/SUNDAYSCHOOL/Library/Group Containers/L48J367XN4.com.infraware.PolarisOfficeSA/EngineTemp/5598/fImage42362068108515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293070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409943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rcRect l="8710" t="7920" r="8280" b="46040"/>
          <a:stretch>
            <a:fillRect/>
          </a:stretch>
        </p:blipFill>
        <p:spPr>
          <a:xfrm>
            <a:off x="0" y="1381634"/>
            <a:ext cx="12197862" cy="409473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rcRect l="9000" t="53020" r="8710"/>
          <a:stretch>
            <a:fillRect/>
          </a:stretch>
        </p:blipFill>
        <p:spPr>
          <a:xfrm>
            <a:off x="-8281" y="1320911"/>
            <a:ext cx="12200282" cy="421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605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rcRect l="8950" t="1650" r="8070" b="54550"/>
          <a:stretch>
            <a:fillRect/>
          </a:stretch>
        </p:blipFill>
        <p:spPr>
          <a:xfrm>
            <a:off x="-19224" y="1425349"/>
            <a:ext cx="12211224" cy="400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6826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rcRect l="9540" t="45040" r="8660" b="9920"/>
          <a:stretch>
            <a:fillRect/>
          </a:stretch>
        </p:blipFill>
        <p:spPr>
          <a:xfrm>
            <a:off x="0" y="1335201"/>
            <a:ext cx="12233782" cy="4187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2097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B7297-488D-8923-07C8-395CCB65A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>
            <a:extLst>
              <a:ext uri="{FF2B5EF4-FFF2-40B4-BE49-F238E27FC236}">
                <a16:creationId xmlns:a16="http://schemas.microsoft.com/office/drawing/2014/main" id="{6146C565-A53A-DC66-60EA-0AD790E7F5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>
            <a:extLst>
              <a:ext uri="{FF2B5EF4-FFF2-40B4-BE49-F238E27FC236}">
                <a16:creationId xmlns:a16="http://schemas.microsoft.com/office/drawing/2014/main" id="{FA152531-8B91-FA8E-8FA2-C76D54A373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426893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 0"/>
          <p:cNvSpPr txBox="1">
            <a:spLocks noGrp="1"/>
          </p:cNvSpPr>
          <p:nvPr>
            <p:ph/>
          </p:nvPr>
        </p:nvSpPr>
        <p:spPr>
          <a:xfrm>
            <a:off x="581025" y="1650365"/>
            <a:ext cx="11031220" cy="4347845"/>
          </a:xfrm>
          <a:prstGeom prst="rect">
            <a:avLst/>
          </a:prstGeom>
        </p:spPr>
        <p:txBody>
          <a:bodyPr vert="horz" wrap="square" lIns="60960" tIns="30480" rIns="60960" bIns="30480" anchor="t">
            <a:noAutofit/>
          </a:bodyPr>
          <a:lstStyle/>
          <a:p>
            <a:pPr marL="228600" lvl="0" indent="-228600" algn="l" defTabSz="608965" rtl="0" eaLnBrk="1" latinLnBrk="0" hangingPunct="1">
              <a:buFontTx/>
              <a:buNone/>
              <a:defRPr/>
            </a:pPr>
            <a:r>
              <a:rPr sz="4000" b="1">
                <a:ln w="28575" cap="flat" cmpd="sng">
                  <a:solidFill>
                    <a:srgbClr val="000000">
                      <a:alpha val="100000"/>
                    </a:srgb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2750"/>
                    </a:srgbClr>
                  </a:outerShdw>
                </a:effectLst>
                <a:latin typeface="맑은 고딕"/>
                <a:ea typeface="맑은 고딕"/>
              </a:rPr>
              <a:t>† 신앙의 신비여!</a:t>
            </a:r>
          </a:p>
          <a:p>
            <a:pPr marL="228600" lvl="0" indent="-228600" algn="l" defTabSz="608965" rtl="0" eaLnBrk="1" latinLnBrk="0" hangingPunct="1">
              <a:buFontTx/>
              <a:buNone/>
              <a:defRPr/>
            </a:pPr>
            <a:endParaRPr lang="ko-KR" altLang="en-US" sz="4000" b="1">
              <a:ln w="28575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  <a:solidFill>
                <a:srgbClr val="FFFF00"/>
              </a:solidFill>
              <a:latin typeface="맑은 고딕"/>
              <a:ea typeface="맑은 고딕"/>
            </a:endParaRPr>
          </a:p>
          <a:p>
            <a:pPr marL="228600" lvl="0" indent="-228600" algn="l" defTabSz="608965" rtl="0" eaLnBrk="1" latinLnBrk="0" hangingPunct="1">
              <a:buFontTx/>
              <a:buNone/>
              <a:defRPr/>
            </a:pPr>
            <a:r>
              <a:rPr sz="4000" b="1">
                <a:solidFill>
                  <a:srgbClr val="000000"/>
                </a:solidFill>
                <a:latin typeface="맑은 고딕"/>
                <a:ea typeface="맑은 고딕"/>
              </a:rPr>
              <a:t>◎ 주님께서 오실 때까지</a:t>
            </a:r>
          </a:p>
          <a:p>
            <a:pPr marL="228600" lvl="0" indent="-228600" algn="l" defTabSz="608965" rtl="0" eaLnBrk="1" latinLnBrk="0" hangingPunct="1">
              <a:buFontTx/>
              <a:buNone/>
              <a:defRPr/>
            </a:pPr>
            <a:r>
              <a:rPr lang="ko-KR" altLang="en-US" sz="4000" b="1">
                <a:solidFill>
                  <a:srgbClr val="000000"/>
                </a:solidFill>
                <a:latin typeface="맑은 고딕"/>
                <a:ea typeface="맑은 고딕"/>
              </a:rPr>
              <a:t>   </a:t>
            </a:r>
            <a:r>
              <a:rPr sz="4000" b="1">
                <a:solidFill>
                  <a:srgbClr val="000000"/>
                </a:solidFill>
                <a:latin typeface="맑은 고딕"/>
                <a:ea typeface="맑은 고딕"/>
              </a:rPr>
              <a:t>주님의 죽음을 전하며</a:t>
            </a:r>
            <a:r>
              <a:rPr lang="ko-KR" altLang="en-US" sz="4000" b="1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4000" b="1">
                <a:solidFill>
                  <a:srgbClr val="000000"/>
                </a:solidFill>
                <a:latin typeface="맑은 고딕"/>
                <a:ea typeface="맑은 고딕"/>
              </a:rPr>
              <a:t>부활을 선포하나이다.</a:t>
            </a:r>
          </a:p>
        </p:txBody>
      </p:sp>
      <p:sp>
        <p:nvSpPr>
          <p:cNvPr id="4" name="Rect 0"/>
          <p:cNvSpPr txBox="1"/>
          <p:nvPr/>
        </p:nvSpPr>
        <p:spPr>
          <a:xfrm>
            <a:off x="10718800" y="114935"/>
            <a:ext cx="1358900" cy="431800"/>
          </a:xfrm>
          <a:prstGeom prst="rect">
            <a:avLst/>
          </a:prstGeom>
          <a:noFill/>
        </p:spPr>
        <p:txBody>
          <a:bodyPr vert="horz" wrap="square" lIns="60960" tIns="30480" rIns="60960" bIns="30480" anchor="t">
            <a:spAutoFit/>
          </a:bodyPr>
          <a:lstStyle/>
          <a:p>
            <a:pPr marL="0" lvl="0" indent="0" algn="r" defTabSz="913765" rtl="0" eaLnBrk="1" latinLnBrk="0" hangingPunct="1">
              <a:buFontTx/>
              <a:buNone/>
              <a:defRPr/>
            </a:pPr>
            <a:r>
              <a:rPr sz="2400" b="1">
                <a:latin typeface="맑은 고딕"/>
                <a:ea typeface="맑은 고딕"/>
              </a:rPr>
              <a:t>감사기도</a:t>
            </a:r>
            <a:endParaRPr lang="ko-KR" altLang="en-US" sz="2400" b="1">
              <a:latin typeface="맑은 고딕"/>
              <a:ea typeface="맑은 고딕"/>
            </a:endParaRPr>
          </a:p>
        </p:txBody>
      </p:sp>
      <p:pic>
        <p:nvPicPr>
          <p:cNvPr id="12" name="그림 7" descr="/Users/SUNDAYSCHOOL/Library/Group Containers/L48J367XN4.com.infraware.PolarisOfficeSA/EngineTemp/1745/image6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25755" y="0"/>
            <a:ext cx="11540490" cy="685990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098190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rcRect l="6570" t="39080" r="3940" b="2470"/>
          <a:stretch>
            <a:fillRect/>
          </a:stretch>
        </p:blipFill>
        <p:spPr>
          <a:xfrm>
            <a:off x="0" y="1033308"/>
            <a:ext cx="12205095" cy="4791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1488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rcRect l="5040" r="2520" b="3070"/>
          <a:stretch>
            <a:fillRect/>
          </a:stretch>
        </p:blipFill>
        <p:spPr>
          <a:xfrm>
            <a:off x="336525" y="0"/>
            <a:ext cx="115189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5595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/>
          <a:srcRect l="1800" r="2870" b="3150"/>
          <a:stretch>
            <a:fillRect/>
          </a:stretch>
        </p:blipFill>
        <p:spPr>
          <a:xfrm>
            <a:off x="-4248" y="958049"/>
            <a:ext cx="12196249" cy="494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1977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0267" y="958049"/>
            <a:ext cx="12212535" cy="494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7488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5" descr="/Users/SUNDAYSCHOOL/Library/Group Containers/L48J367XN4.com.infraware.PolarisOfficeSA/EngineTemp/1745/image6.png"/>
          <p:cNvPicPr>
            <a:picLocks noChangeAspect="1"/>
          </p:cNvPicPr>
          <p:nvPr/>
        </p:nvPicPr>
        <p:blipFill rotWithShape="1">
          <a:blip r:embed="rId3"/>
          <a:srcRect l="2120" t="1980" r="7660" b="52370"/>
          <a:stretch>
            <a:fillRect/>
          </a:stretch>
        </p:blipFill>
        <p:spPr>
          <a:xfrm>
            <a:off x="0" y="1110465"/>
            <a:ext cx="12192001" cy="463706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817191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/>
          <a:srcRect t="49780" r="7250" b="2230"/>
          <a:stretch>
            <a:fillRect/>
          </a:stretch>
        </p:blipFill>
        <p:spPr>
          <a:xfrm>
            <a:off x="-1" y="1014262"/>
            <a:ext cx="12192002" cy="482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6638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082215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rcRect l="9260" t="9280" r="9880" b="6100"/>
          <a:stretch>
            <a:fillRect/>
          </a:stretch>
        </p:blipFill>
        <p:spPr>
          <a:xfrm>
            <a:off x="924988" y="19808"/>
            <a:ext cx="10342024" cy="6838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8972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/>
          <a:srcRect l="9550" t="4640" r="9550" b="11230"/>
          <a:stretch>
            <a:fillRect/>
          </a:stretch>
        </p:blipFill>
        <p:spPr>
          <a:xfrm>
            <a:off x="786519" y="0"/>
            <a:ext cx="1061896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163" descr="/Users/SUNDAYSCHOOL/Library/Group Containers/L48J367XN4.com.infraware.PolarisOfficeSA/EngineTemp/5598/fImage42362068522325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grpSp>
        <p:nvGrpSpPr>
          <p:cNvPr id="4" name="그룹 1001"/>
          <p:cNvGrpSpPr/>
          <p:nvPr/>
        </p:nvGrpSpPr>
        <p:grpSpPr>
          <a:xfrm>
            <a:off x="457200" y="177800"/>
            <a:ext cx="2584450" cy="1017905"/>
            <a:chOff x="457200" y="177800"/>
            <a:chExt cx="2584450" cy="1017905"/>
          </a:xfrm>
        </p:grpSpPr>
        <p:pic>
          <p:nvPicPr>
            <p:cNvPr id="5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457200" y="177800"/>
              <a:ext cx="2584450" cy="1017905"/>
            </a:xfrm>
            <a:prstGeom prst="rect">
              <a:avLst/>
            </a:prstGeom>
          </p:spPr>
        </p:pic>
      </p:grpSp>
      <p:sp>
        <p:nvSpPr>
          <p:cNvPr id="6" name="TextBox 5"/>
          <p:cNvSpPr txBox="1"/>
          <p:nvPr/>
        </p:nvSpPr>
        <p:spPr>
          <a:xfrm>
            <a:off x="457200" y="294005"/>
            <a:ext cx="2784475" cy="784860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60954" tIns="30477" rIns="60954" bIns="30477">
            <a:spAutoFit/>
          </a:bodyPr>
          <a:lstStyle/>
          <a:p>
            <a:pPr lvl="0">
              <a:defRPr/>
            </a:pPr>
            <a:r>
              <a:rPr lang="ko-KR" altLang="en-US" sz="4700" b="1">
                <a:ln w="28575">
                  <a:solidFill>
                    <a:schemeClr val="bg1"/>
                  </a:solidFill>
                </a:ln>
                <a:latin typeface="맑은 고딕"/>
                <a:ea typeface="맑은 고딕"/>
              </a:rPr>
              <a:t>영 성 체</a:t>
            </a:r>
            <a:endParaRPr lang="ko-KR" altLang="en-US" sz="4700" b="1">
              <a:latin typeface="맑은 고딕"/>
              <a:ea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6390" y="2306005"/>
            <a:ext cx="11539855" cy="2248847"/>
          </a:xfrm>
          <a:prstGeom prst="rect">
            <a:avLst/>
          </a:prstGeom>
          <a:noFill/>
        </p:spPr>
        <p:txBody>
          <a:bodyPr wrap="square" lIns="60954" tIns="30477" rIns="60954" bIns="30477">
            <a:spAutoFit/>
          </a:bodyPr>
          <a:lstStyle/>
          <a:p>
            <a:pPr lvl="0">
              <a:lnSpc>
                <a:spcPct val="120000"/>
              </a:lnSpc>
              <a:buNone/>
              <a:defRPr/>
            </a:pPr>
            <a:r>
              <a:rPr lang="ko-KR" altLang="en-US" sz="4000" b="1">
                <a:latin typeface="맑은 고딕"/>
                <a:ea typeface="맑은 고딕"/>
              </a:rPr>
              <a:t>◎ 주님</a:t>
            </a:r>
            <a:r>
              <a:rPr lang="en-US" altLang="ko-KR" sz="4000" b="1">
                <a:latin typeface="맑은 고딕"/>
                <a:ea typeface="맑은 고딕"/>
              </a:rPr>
              <a:t>, </a:t>
            </a:r>
            <a:r>
              <a:rPr lang="ko-KR" altLang="en-US" sz="4000" b="1">
                <a:latin typeface="맑은 고딕"/>
                <a:ea typeface="맑은 고딕"/>
              </a:rPr>
              <a:t>제 안에 주님을 모시기에</a:t>
            </a:r>
          </a:p>
          <a:p>
            <a:pPr lvl="0">
              <a:lnSpc>
                <a:spcPct val="120000"/>
              </a:lnSpc>
              <a:buNone/>
              <a:defRPr/>
            </a:pPr>
            <a:r>
              <a:rPr lang="ko-KR" altLang="en-US" sz="4000" b="1">
                <a:latin typeface="맑은 고딕"/>
                <a:ea typeface="맑은 고딕"/>
              </a:rPr>
              <a:t>   합당치 않사오나 한 말씀만 하소서</a:t>
            </a:r>
            <a:r>
              <a:rPr lang="en-US" altLang="ko-KR" sz="4000" b="1">
                <a:latin typeface="맑은 고딕"/>
                <a:ea typeface="맑은 고딕"/>
              </a:rPr>
              <a:t>.</a:t>
            </a:r>
            <a:endParaRPr lang="ko-KR" altLang="en-US" sz="4000" b="1">
              <a:latin typeface="맑은 고딕"/>
              <a:ea typeface="맑은 고딕"/>
            </a:endParaRPr>
          </a:p>
          <a:p>
            <a:pPr lvl="0">
              <a:lnSpc>
                <a:spcPct val="120000"/>
              </a:lnSpc>
              <a:buNone/>
              <a:defRPr/>
            </a:pPr>
            <a:r>
              <a:rPr lang="ko-KR" altLang="en-US" sz="4000" b="1">
                <a:latin typeface="맑은 고딕"/>
                <a:ea typeface="맑은 고딕"/>
              </a:rPr>
              <a:t>   제 영혼이 곧 나으리이다</a:t>
            </a:r>
            <a:r>
              <a:rPr lang="en-US" altLang="ko-KR" sz="4000" b="1">
                <a:latin typeface="맑은 고딕"/>
                <a:ea typeface="맑은 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2034186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165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  <p:grpSp>
        <p:nvGrpSpPr>
          <p:cNvPr id="4" name="그룹 1001"/>
          <p:cNvGrpSpPr/>
          <p:nvPr/>
        </p:nvGrpSpPr>
        <p:grpSpPr>
          <a:xfrm>
            <a:off x="457200" y="177800"/>
            <a:ext cx="3538855" cy="1017905"/>
            <a:chOff x="457200" y="177800"/>
            <a:chExt cx="3538855" cy="1017905"/>
          </a:xfrm>
        </p:grpSpPr>
        <p:pic>
          <p:nvPicPr>
            <p:cNvPr id="5" name="Object 2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200" y="177800"/>
              <a:ext cx="3538855" cy="1017905"/>
            </a:xfrm>
            <a:prstGeom prst="rect">
              <a:avLst/>
            </a:prstGeom>
          </p:spPr>
        </p:pic>
      </p:grpSp>
      <p:sp>
        <p:nvSpPr>
          <p:cNvPr id="6" name="TextBox 5"/>
          <p:cNvSpPr txBox="1"/>
          <p:nvPr/>
        </p:nvSpPr>
        <p:spPr>
          <a:xfrm>
            <a:off x="457200" y="294005"/>
            <a:ext cx="3410585" cy="784860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60954" tIns="30477" rIns="60954" bIns="30477" rtlCol="0">
            <a:spAutoFit/>
          </a:bodyPr>
          <a:lstStyle/>
          <a:p>
            <a:r>
              <a:rPr lang="ko-KR" altLang="en-US" sz="4700" b="1">
                <a:ln w="28575">
                  <a:solidFill>
                    <a:schemeClr val="bg1"/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영 성 체 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152" y="2666047"/>
            <a:ext cx="11529695" cy="2204771"/>
          </a:xfrm>
          <a:prstGeom prst="rect">
            <a:avLst/>
          </a:prstGeom>
          <a:noFill/>
        </p:spPr>
        <p:txBody>
          <a:bodyPr vert="horz" wrap="square" lIns="60960" tIns="30480" rIns="60960" bIns="30480" anchor="t">
            <a:spAutoFit/>
          </a:bodyPr>
          <a:lstStyle/>
          <a:p>
            <a:pPr latinLnBrk="0">
              <a:lnSpc>
                <a:spcPct val="120000"/>
              </a:lnSpc>
              <a:defRPr/>
            </a:pPr>
            <a:r>
              <a:rPr lang="ko-KR" altLang="en-US" sz="4000" b="1" dirty="0">
                <a:latin typeface="맑은 고딕"/>
                <a:ea typeface="맑은 고딕"/>
              </a:rPr>
              <a:t>부자들도 궁색해져 굶주리게 되지만, 주님을 찾는 이에게는 좋은 것뿐이리라.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5415" y="114935"/>
            <a:ext cx="1771650" cy="431165"/>
          </a:xfrm>
          <a:prstGeom prst="rect">
            <a:avLst/>
          </a:prstGeom>
          <a:noFill/>
        </p:spPr>
        <p:txBody>
          <a:bodyPr wrap="square" lIns="60954" tIns="30477" rIns="60954" bIns="30477" rtlCol="0">
            <a:spAutoFit/>
          </a:bodyPr>
          <a:lstStyle/>
          <a:p>
            <a:pPr algn="r"/>
            <a:r>
              <a:rPr lang="ko-KR" altLang="en-US" sz="2400" b="1">
                <a:latin typeface="맑은 고딕" panose="020B0503020000020004" pitchFamily="50" charset="-127"/>
                <a:ea typeface="맑은 고딕" panose="020B0503020000020004" pitchFamily="50" charset="-127"/>
              </a:rPr>
              <a:t>영성체 예식</a:t>
            </a:r>
          </a:p>
        </p:txBody>
      </p:sp>
    </p:spTree>
    <p:extLst>
      <p:ext uri="{BB962C8B-B14F-4D97-AF65-F5344CB8AC3E}">
        <p14:creationId xmlns:p14="http://schemas.microsoft.com/office/powerpoint/2010/main" val="42501061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543" y="0"/>
            <a:ext cx="1070347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00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136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511" y="0"/>
            <a:ext cx="1047141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00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118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360" y="0"/>
            <a:ext cx="1025592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00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118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834BA-8EBA-84B1-50BF-5C74981EA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" descr="/Users/SUNDAYSCHOOL/Library/Group Containers/L48J367XN4.com.infraware.PolarisOfficeSA/EngineTemp/5598/fImage22491667798274.jpeg">
            <a:extLst>
              <a:ext uri="{FF2B5EF4-FFF2-40B4-BE49-F238E27FC236}">
                <a16:creationId xmlns:a16="http://schemas.microsoft.com/office/drawing/2014/main" id="{8BC7642A-E380-7625-B9E5-58730E6E45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6" name="Picture " descr="/Users/SUNDAYSCHOOL/Library/Group Containers/L48J367XN4.com.infraware.PolarisOfficeSA/EngineTemp/5598/fImage53959437805094.png">
            <a:extLst>
              <a:ext uri="{FF2B5EF4-FFF2-40B4-BE49-F238E27FC236}">
                <a16:creationId xmlns:a16="http://schemas.microsoft.com/office/drawing/2014/main" id="{761273BA-89F4-8A62-5166-56768FD4942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390" y="0"/>
            <a:ext cx="11539855" cy="6859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1036627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067" y="0"/>
            <a:ext cx="11537244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00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58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266" y="42333"/>
            <a:ext cx="11243733" cy="677333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0"/>
            <a:ext cx="1567543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00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58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60ab463-9374-4b3b-96b0-e31d501b01e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01B6210AEA185C47A6E7BA7E6AAFEFC5" ma:contentTypeVersion="6" ma:contentTypeDescription="새 문서를 만듭니다." ma:contentTypeScope="" ma:versionID="74c314e2ca22649432f5d5ae6d8d6754">
  <xsd:schema xmlns:xsd="http://www.w3.org/2001/XMLSchema" xmlns:xs="http://www.w3.org/2001/XMLSchema" xmlns:p="http://schemas.microsoft.com/office/2006/metadata/properties" xmlns:ns3="160ab463-9374-4b3b-96b0-e31d501b01e8" targetNamespace="http://schemas.microsoft.com/office/2006/metadata/properties" ma:root="true" ma:fieldsID="6f61d1396601a9296bb4480f902d8acb" ns3:_="">
    <xsd:import namespace="160ab463-9374-4b3b-96b0-e31d501b01e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0ab463-9374-4b3b-96b0-e31d501b01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AF12F15-B944-4071-8D91-93F57523CCFF}">
  <ds:schemaRefs>
    <ds:schemaRef ds:uri="http://purl.org/dc/dcmitype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elements/1.1/"/>
    <ds:schemaRef ds:uri="http://schemas.openxmlformats.org/package/2006/metadata/core-properties"/>
    <ds:schemaRef ds:uri="160ab463-9374-4b3b-96b0-e31d501b01e8"/>
  </ds:schemaRefs>
</ds:datastoreItem>
</file>

<file path=customXml/itemProps2.xml><?xml version="1.0" encoding="utf-8"?>
<ds:datastoreItem xmlns:ds="http://schemas.openxmlformats.org/officeDocument/2006/customXml" ds:itemID="{150B6FF6-9866-4BB5-8F50-D324E09C0316}">
  <ds:schemaRefs>
    <ds:schemaRef ds:uri="160ab463-9374-4b3b-96b0-e31d501b01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2D1DD2E-7DB6-44C5-8977-0240CDCA566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612</Words>
  <Application>Microsoft Macintosh PowerPoint</Application>
  <PresentationFormat>와이드스크린</PresentationFormat>
  <Paragraphs>171</Paragraphs>
  <Slides>62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6</vt:i4>
      </vt:variant>
      <vt:variant>
        <vt:lpstr>슬라이드 제목</vt:lpstr>
      </vt:variant>
      <vt:variant>
        <vt:i4>62</vt:i4>
      </vt:variant>
    </vt:vector>
  </HeadingPairs>
  <TitlesOfParts>
    <vt:vector size="74" baseType="lpstr">
      <vt:lpstr>나눔고딕</vt:lpstr>
      <vt:lpstr>Malgun Gothic</vt:lpstr>
      <vt:lpstr>Malgun Gothic</vt:lpstr>
      <vt:lpstr>메이플스토리</vt:lpstr>
      <vt:lpstr>Arial</vt:lpstr>
      <vt:lpstr>Calibri</vt:lpstr>
      <vt:lpstr>Office Theme</vt:lpstr>
      <vt:lpstr>1_Office Theme</vt:lpstr>
      <vt:lpstr>3_Office Theme</vt:lpstr>
      <vt:lpstr>Office theme</vt:lpstr>
      <vt:lpstr>Office theme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조땡</dc:creator>
  <cp:lastModifiedBy>조민기</cp:lastModifiedBy>
  <cp:revision>23</cp:revision>
  <dcterms:modified xsi:type="dcterms:W3CDTF">2026-10-09T11:06:30Z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0x01010001B6210AEA185C47A6E7BA7E6AAFEFC5</vt:lpwstr>
  </property>
</Properties>
</file>