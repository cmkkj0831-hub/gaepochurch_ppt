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theme/theme3.xml" ContentType="application/vnd.openxmlformats-officedocument.theme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theme/theme4.xml" ContentType="application/vnd.openxmlformats-officedocument.theme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theme/theme5.xml" ContentType="application/vnd.openxmlformats-officedocument.theme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theme/theme6.xml" ContentType="application/vnd.openxmlformats-officedocument.theme+xml"/>
  <Override PartName="/ppt/theme/theme7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6925" r:id="rId4"/>
    <p:sldMasterId id="2147486926" r:id="rId5"/>
    <p:sldMasterId id="2147486927" r:id="rId6"/>
    <p:sldMasterId id="2147486928" r:id="rId7"/>
    <p:sldMasterId id="2147486930" r:id="rId8"/>
    <p:sldMasterId id="2147486942" r:id="rId9"/>
  </p:sldMasterIdLst>
  <p:notesMasterIdLst>
    <p:notesMasterId r:id="rId73"/>
  </p:notesMasterIdLst>
  <p:sldIdLst>
    <p:sldId id="256" r:id="rId10"/>
    <p:sldId id="642" r:id="rId11"/>
    <p:sldId id="2110" r:id="rId12"/>
    <p:sldId id="2112" r:id="rId13"/>
    <p:sldId id="2113" r:id="rId14"/>
    <p:sldId id="667" r:id="rId15"/>
    <p:sldId id="668" r:id="rId16"/>
    <p:sldId id="666" r:id="rId17"/>
    <p:sldId id="638" r:id="rId18"/>
    <p:sldId id="2100" r:id="rId19"/>
    <p:sldId id="2101" r:id="rId20"/>
    <p:sldId id="655" r:id="rId21"/>
    <p:sldId id="404" r:id="rId22"/>
    <p:sldId id="574" r:id="rId23"/>
    <p:sldId id="594" r:id="rId24"/>
    <p:sldId id="613" r:id="rId25"/>
    <p:sldId id="614" r:id="rId26"/>
    <p:sldId id="615" r:id="rId27"/>
    <p:sldId id="616" r:id="rId28"/>
    <p:sldId id="617" r:id="rId29"/>
    <p:sldId id="618" r:id="rId30"/>
    <p:sldId id="619" r:id="rId31"/>
    <p:sldId id="620" r:id="rId32"/>
    <p:sldId id="621" r:id="rId33"/>
    <p:sldId id="622" r:id="rId34"/>
    <p:sldId id="646" r:id="rId35"/>
    <p:sldId id="512" r:id="rId36"/>
    <p:sldId id="645" r:id="rId37"/>
    <p:sldId id="509" r:id="rId38"/>
    <p:sldId id="670" r:id="rId39"/>
    <p:sldId id="323" r:id="rId40"/>
    <p:sldId id="393" r:id="rId41"/>
    <p:sldId id="2102" r:id="rId42"/>
    <p:sldId id="2103" r:id="rId43"/>
    <p:sldId id="288" r:id="rId44"/>
    <p:sldId id="582" r:id="rId45"/>
    <p:sldId id="289" r:id="rId46"/>
    <p:sldId id="569" r:id="rId47"/>
    <p:sldId id="496" r:id="rId48"/>
    <p:sldId id="592" r:id="rId49"/>
    <p:sldId id="503" r:id="rId50"/>
    <p:sldId id="593" r:id="rId51"/>
    <p:sldId id="657" r:id="rId52"/>
    <p:sldId id="397" r:id="rId53"/>
    <p:sldId id="572" r:id="rId54"/>
    <p:sldId id="428" r:id="rId55"/>
    <p:sldId id="589" r:id="rId56"/>
    <p:sldId id="429" r:id="rId57"/>
    <p:sldId id="590" r:id="rId58"/>
    <p:sldId id="430" r:id="rId59"/>
    <p:sldId id="591" r:id="rId60"/>
    <p:sldId id="573" r:id="rId61"/>
    <p:sldId id="525" r:id="rId62"/>
    <p:sldId id="403" r:id="rId63"/>
    <p:sldId id="305" r:id="rId64"/>
    <p:sldId id="371" r:id="rId65"/>
    <p:sldId id="2104" r:id="rId66"/>
    <p:sldId id="2105" r:id="rId67"/>
    <p:sldId id="2106" r:id="rId68"/>
    <p:sldId id="2107" r:id="rId69"/>
    <p:sldId id="650" r:id="rId70"/>
    <p:sldId id="2108" r:id="rId71"/>
    <p:sldId id="2109" r:id="rId72"/>
  </p:sldIdLst>
  <p:sldSz cx="12192000" cy="6858000"/>
  <p:notesSz cx="6858000" cy="9144000"/>
  <p:defaultTextStyle>
    <a:defPPr>
      <a:defRPr lang="ko-KR"/>
    </a:defPPr>
    <a:lvl1pPr marL="0" algn="l" defTabSz="913581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6786" algn="l" defTabSz="913581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3581" algn="l" defTabSz="913581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0367" algn="l" defTabSz="913581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7159" algn="l" defTabSz="913581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3947" algn="l" defTabSz="913581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0734" algn="l" defTabSz="913581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197520" algn="l" defTabSz="913581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4307" algn="l" defTabSz="913581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5E6122B2-323C-482C-872D-6B1C364150D5}">
          <p14:sldIdLst>
            <p14:sldId id="256"/>
            <p14:sldId id="642"/>
            <p14:sldId id="2110"/>
            <p14:sldId id="2112"/>
            <p14:sldId id="2113"/>
            <p14:sldId id="667"/>
            <p14:sldId id="668"/>
            <p14:sldId id="666"/>
            <p14:sldId id="638"/>
            <p14:sldId id="2100"/>
            <p14:sldId id="2101"/>
            <p14:sldId id="655"/>
            <p14:sldId id="404"/>
            <p14:sldId id="574"/>
            <p14:sldId id="594"/>
            <p14:sldId id="613"/>
            <p14:sldId id="614"/>
            <p14:sldId id="615"/>
            <p14:sldId id="616"/>
            <p14:sldId id="617"/>
            <p14:sldId id="618"/>
            <p14:sldId id="619"/>
            <p14:sldId id="620"/>
            <p14:sldId id="621"/>
            <p14:sldId id="622"/>
            <p14:sldId id="646"/>
            <p14:sldId id="512"/>
            <p14:sldId id="645"/>
            <p14:sldId id="509"/>
            <p14:sldId id="670"/>
            <p14:sldId id="323"/>
            <p14:sldId id="393"/>
            <p14:sldId id="2102"/>
            <p14:sldId id="2103"/>
            <p14:sldId id="288"/>
            <p14:sldId id="582"/>
            <p14:sldId id="289"/>
            <p14:sldId id="569"/>
            <p14:sldId id="496"/>
            <p14:sldId id="592"/>
            <p14:sldId id="503"/>
            <p14:sldId id="593"/>
            <p14:sldId id="657"/>
            <p14:sldId id="397"/>
            <p14:sldId id="572"/>
            <p14:sldId id="428"/>
            <p14:sldId id="589"/>
            <p14:sldId id="429"/>
            <p14:sldId id="590"/>
            <p14:sldId id="430"/>
            <p14:sldId id="591"/>
            <p14:sldId id="573"/>
            <p14:sldId id="525"/>
            <p14:sldId id="403"/>
            <p14:sldId id="305"/>
            <p14:sldId id="371"/>
            <p14:sldId id="2104"/>
            <p14:sldId id="2105"/>
            <p14:sldId id="2106"/>
            <p14:sldId id="2107"/>
            <p14:sldId id="650"/>
            <p14:sldId id="2108"/>
            <p14:sldId id="2109"/>
          </p14:sldIdLst>
        </p14:section>
        <p14:section name="제목 없는 섹션" id="{B2770ABF-7138-4AA0-AE9B-328585AE35F2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2159">
          <p15:clr>
            <a:srgbClr val="A4A3A4"/>
          </p15:clr>
        </p15:guide>
        <p15:guide id="2" pos="3839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/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00000"/>
    <a:srgbClr val="F3EDE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  <p:ext uri="ACF4677E-8BD2-47ae-8A1F-98590045965D">
      <hp:hncThemeShow xmlns:hp="http://schemas.haansoft.com/office/presentation/8.0" xmlns:dsp="http://schemas.microsoft.com/office/drawing/2008/diagram" xmlns:dgm="http://schemas.openxmlformats.org/drawingml/2006/diagram" xmlns:c="http://schemas.openxmlformats.org/drawingml/2006/chart" xmlns="" themeShowType="1" themeSkinType="1" themeTransitionType="1" useThemeTransition="1" byMouseClick="1" attrType="1" dur="200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D7AC3CCA-C797-4891-BE02-D94E43425B78}" styleName="보통 스타일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717" autoAdjust="0"/>
    <p:restoredTop sz="94658"/>
  </p:normalViewPr>
  <p:slideViewPr>
    <p:cSldViewPr snapToGrid="0">
      <p:cViewPr varScale="1">
        <p:scale>
          <a:sx n="115" d="100"/>
          <a:sy n="115" d="100"/>
        </p:scale>
        <p:origin x="272" y="200"/>
      </p:cViewPr>
      <p:guideLst>
        <p:guide orient="horz" pos="2159"/>
        <p:guide pos="3839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17.xml"/><Relationship Id="rId21" Type="http://schemas.openxmlformats.org/officeDocument/2006/relationships/slide" Target="slides/slide12.xml"/><Relationship Id="rId42" Type="http://schemas.openxmlformats.org/officeDocument/2006/relationships/slide" Target="slides/slide33.xml"/><Relationship Id="rId47" Type="http://schemas.openxmlformats.org/officeDocument/2006/relationships/slide" Target="slides/slide38.xml"/><Relationship Id="rId63" Type="http://schemas.openxmlformats.org/officeDocument/2006/relationships/slide" Target="slides/slide54.xml"/><Relationship Id="rId68" Type="http://schemas.openxmlformats.org/officeDocument/2006/relationships/slide" Target="slides/slide59.xml"/><Relationship Id="rId16" Type="http://schemas.openxmlformats.org/officeDocument/2006/relationships/slide" Target="slides/slide7.xml"/><Relationship Id="rId11" Type="http://schemas.openxmlformats.org/officeDocument/2006/relationships/slide" Target="slides/slide2.xml"/><Relationship Id="rId24" Type="http://schemas.openxmlformats.org/officeDocument/2006/relationships/slide" Target="slides/slide15.xml"/><Relationship Id="rId32" Type="http://schemas.openxmlformats.org/officeDocument/2006/relationships/slide" Target="slides/slide23.xml"/><Relationship Id="rId37" Type="http://schemas.openxmlformats.org/officeDocument/2006/relationships/slide" Target="slides/slide28.xml"/><Relationship Id="rId40" Type="http://schemas.openxmlformats.org/officeDocument/2006/relationships/slide" Target="slides/slide31.xml"/><Relationship Id="rId45" Type="http://schemas.openxmlformats.org/officeDocument/2006/relationships/slide" Target="slides/slide36.xml"/><Relationship Id="rId53" Type="http://schemas.openxmlformats.org/officeDocument/2006/relationships/slide" Target="slides/slide44.xml"/><Relationship Id="rId58" Type="http://schemas.openxmlformats.org/officeDocument/2006/relationships/slide" Target="slides/slide49.xml"/><Relationship Id="rId66" Type="http://schemas.openxmlformats.org/officeDocument/2006/relationships/slide" Target="slides/slide57.xml"/><Relationship Id="rId74" Type="http://schemas.openxmlformats.org/officeDocument/2006/relationships/presProps" Target="presProps.xml"/><Relationship Id="rId5" Type="http://schemas.openxmlformats.org/officeDocument/2006/relationships/slideMaster" Target="slideMasters/slideMaster2.xml"/><Relationship Id="rId61" Type="http://schemas.openxmlformats.org/officeDocument/2006/relationships/slide" Target="slides/slide52.xml"/><Relationship Id="rId19" Type="http://schemas.openxmlformats.org/officeDocument/2006/relationships/slide" Target="slides/slide10.xml"/><Relationship Id="rId14" Type="http://schemas.openxmlformats.org/officeDocument/2006/relationships/slide" Target="slides/slide5.xml"/><Relationship Id="rId22" Type="http://schemas.openxmlformats.org/officeDocument/2006/relationships/slide" Target="slides/slide13.xml"/><Relationship Id="rId27" Type="http://schemas.openxmlformats.org/officeDocument/2006/relationships/slide" Target="slides/slide18.xml"/><Relationship Id="rId30" Type="http://schemas.openxmlformats.org/officeDocument/2006/relationships/slide" Target="slides/slide21.xml"/><Relationship Id="rId35" Type="http://schemas.openxmlformats.org/officeDocument/2006/relationships/slide" Target="slides/slide26.xml"/><Relationship Id="rId43" Type="http://schemas.openxmlformats.org/officeDocument/2006/relationships/slide" Target="slides/slide34.xml"/><Relationship Id="rId48" Type="http://schemas.openxmlformats.org/officeDocument/2006/relationships/slide" Target="slides/slide39.xml"/><Relationship Id="rId56" Type="http://schemas.openxmlformats.org/officeDocument/2006/relationships/slide" Target="slides/slide47.xml"/><Relationship Id="rId64" Type="http://schemas.openxmlformats.org/officeDocument/2006/relationships/slide" Target="slides/slide55.xml"/><Relationship Id="rId69" Type="http://schemas.openxmlformats.org/officeDocument/2006/relationships/slide" Target="slides/slide60.xml"/><Relationship Id="rId77" Type="http://schemas.openxmlformats.org/officeDocument/2006/relationships/tableStyles" Target="tableStyles.xml"/><Relationship Id="rId8" Type="http://schemas.openxmlformats.org/officeDocument/2006/relationships/slideMaster" Target="slideMasters/slideMaster5.xml"/><Relationship Id="rId51" Type="http://schemas.openxmlformats.org/officeDocument/2006/relationships/slide" Target="slides/slide42.xml"/><Relationship Id="rId72" Type="http://schemas.openxmlformats.org/officeDocument/2006/relationships/slide" Target="slides/slide63.xml"/><Relationship Id="rId3" Type="http://schemas.openxmlformats.org/officeDocument/2006/relationships/customXml" Target="../customXml/item3.xml"/><Relationship Id="rId12" Type="http://schemas.openxmlformats.org/officeDocument/2006/relationships/slide" Target="slides/slide3.xml"/><Relationship Id="rId17" Type="http://schemas.openxmlformats.org/officeDocument/2006/relationships/slide" Target="slides/slide8.xml"/><Relationship Id="rId25" Type="http://schemas.openxmlformats.org/officeDocument/2006/relationships/slide" Target="slides/slide16.xml"/><Relationship Id="rId33" Type="http://schemas.openxmlformats.org/officeDocument/2006/relationships/slide" Target="slides/slide24.xml"/><Relationship Id="rId38" Type="http://schemas.openxmlformats.org/officeDocument/2006/relationships/slide" Target="slides/slide29.xml"/><Relationship Id="rId46" Type="http://schemas.openxmlformats.org/officeDocument/2006/relationships/slide" Target="slides/slide37.xml"/><Relationship Id="rId59" Type="http://schemas.openxmlformats.org/officeDocument/2006/relationships/slide" Target="slides/slide50.xml"/><Relationship Id="rId67" Type="http://schemas.openxmlformats.org/officeDocument/2006/relationships/slide" Target="slides/slide58.xml"/><Relationship Id="rId20" Type="http://schemas.openxmlformats.org/officeDocument/2006/relationships/slide" Target="slides/slide11.xml"/><Relationship Id="rId41" Type="http://schemas.openxmlformats.org/officeDocument/2006/relationships/slide" Target="slides/slide32.xml"/><Relationship Id="rId54" Type="http://schemas.openxmlformats.org/officeDocument/2006/relationships/slide" Target="slides/slide45.xml"/><Relationship Id="rId62" Type="http://schemas.openxmlformats.org/officeDocument/2006/relationships/slide" Target="slides/slide53.xml"/><Relationship Id="rId70" Type="http://schemas.openxmlformats.org/officeDocument/2006/relationships/slide" Target="slides/slide61.xml"/><Relationship Id="rId75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5" Type="http://schemas.openxmlformats.org/officeDocument/2006/relationships/slide" Target="slides/slide6.xml"/><Relationship Id="rId23" Type="http://schemas.openxmlformats.org/officeDocument/2006/relationships/slide" Target="slides/slide14.xml"/><Relationship Id="rId28" Type="http://schemas.openxmlformats.org/officeDocument/2006/relationships/slide" Target="slides/slide19.xml"/><Relationship Id="rId36" Type="http://schemas.openxmlformats.org/officeDocument/2006/relationships/slide" Target="slides/slide27.xml"/><Relationship Id="rId49" Type="http://schemas.openxmlformats.org/officeDocument/2006/relationships/slide" Target="slides/slide40.xml"/><Relationship Id="rId57" Type="http://schemas.openxmlformats.org/officeDocument/2006/relationships/slide" Target="slides/slide48.xml"/><Relationship Id="rId10" Type="http://schemas.openxmlformats.org/officeDocument/2006/relationships/slide" Target="slides/slide1.xml"/><Relationship Id="rId31" Type="http://schemas.openxmlformats.org/officeDocument/2006/relationships/slide" Target="slides/slide22.xml"/><Relationship Id="rId44" Type="http://schemas.openxmlformats.org/officeDocument/2006/relationships/slide" Target="slides/slide35.xml"/><Relationship Id="rId52" Type="http://schemas.openxmlformats.org/officeDocument/2006/relationships/slide" Target="slides/slide43.xml"/><Relationship Id="rId60" Type="http://schemas.openxmlformats.org/officeDocument/2006/relationships/slide" Target="slides/slide51.xml"/><Relationship Id="rId65" Type="http://schemas.openxmlformats.org/officeDocument/2006/relationships/slide" Target="slides/slide56.xml"/><Relationship Id="rId73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Master" Target="slideMasters/slideMaster6.xml"/><Relationship Id="rId13" Type="http://schemas.openxmlformats.org/officeDocument/2006/relationships/slide" Target="slides/slide4.xml"/><Relationship Id="rId18" Type="http://schemas.openxmlformats.org/officeDocument/2006/relationships/slide" Target="slides/slide9.xml"/><Relationship Id="rId39" Type="http://schemas.openxmlformats.org/officeDocument/2006/relationships/slide" Target="slides/slide30.xml"/><Relationship Id="rId34" Type="http://schemas.openxmlformats.org/officeDocument/2006/relationships/slide" Target="slides/slide25.xml"/><Relationship Id="rId50" Type="http://schemas.openxmlformats.org/officeDocument/2006/relationships/slide" Target="slides/slide41.xml"/><Relationship Id="rId55" Type="http://schemas.openxmlformats.org/officeDocument/2006/relationships/slide" Target="slides/slide46.xml"/><Relationship Id="rId76" Type="http://schemas.openxmlformats.org/officeDocument/2006/relationships/theme" Target="theme/theme1.xml"/><Relationship Id="rId7" Type="http://schemas.openxmlformats.org/officeDocument/2006/relationships/slideMaster" Target="slideMasters/slideMaster4.xml"/><Relationship Id="rId71" Type="http://schemas.openxmlformats.org/officeDocument/2006/relationships/slide" Target="slides/slide62.xml"/><Relationship Id="rId2" Type="http://schemas.openxmlformats.org/officeDocument/2006/relationships/customXml" Target="../customXml/item2.xml"/><Relationship Id="rId29" Type="http://schemas.openxmlformats.org/officeDocument/2006/relationships/slide" Target="slides/slide2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pPr lvl="0">
              <a:defRPr lang="ko-KR" altLang="en-US"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pPr lvl="0">
              <a:defRPr lang="ko-KR" altLang="en-US"/>
            </a:pPr>
            <a:fld id="{603C520A-FAC0-4F5A-9991-60A13BB9FDB4}" type="datetime1">
              <a:rPr lang="ko-KR" altLang="en-US"/>
              <a:pPr lvl="0">
                <a:defRPr lang="ko-KR" altLang="en-US"/>
              </a:pPr>
              <a:t>2026. 9. 11.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anchor="ctr"/>
          <a:lstStyle/>
          <a:p>
            <a:pPr lvl="0">
              <a:defRPr lang="ko-KR" altLang="en-US"/>
            </a:pPr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pPr lvl="0">
              <a:defRPr lang="ko-KR" altLang="en-US"/>
            </a:pPr>
            <a:r>
              <a:rPr lang="ko-KR" altLang="en-US"/>
              <a:t>마스터 텍스트 스타일을 편집합니다</a:t>
            </a:r>
          </a:p>
          <a:p>
            <a:pPr lvl="1">
              <a:defRPr lang="ko-KR" altLang="en-US"/>
            </a:pPr>
            <a:r>
              <a:rPr lang="ko-KR" altLang="en-US"/>
              <a:t>둘째 수준</a:t>
            </a:r>
          </a:p>
          <a:p>
            <a:pPr lvl="2">
              <a:defRPr lang="ko-KR" altLang="en-US"/>
            </a:pPr>
            <a:r>
              <a:rPr lang="ko-KR" altLang="en-US"/>
              <a:t>셋째 수준</a:t>
            </a:r>
          </a:p>
          <a:p>
            <a:pPr lvl="3">
              <a:defRPr lang="ko-KR" altLang="en-US"/>
            </a:pPr>
            <a:r>
              <a:rPr lang="ko-KR" altLang="en-US"/>
              <a:t>넷째 수준</a:t>
            </a:r>
          </a:p>
          <a:p>
            <a:pPr lvl="4">
              <a:defRPr lang="ko-KR" altLang="en-US"/>
            </a:pPr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>
              <a:defRPr sz="1200"/>
            </a:lvl1pPr>
          </a:lstStyle>
          <a:p>
            <a:pPr lvl="0">
              <a:defRPr lang="ko-KR" altLang="en-US"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r">
              <a:defRPr sz="1200"/>
            </a:lvl1pPr>
          </a:lstStyle>
          <a:p>
            <a:pPr lvl="0">
              <a:defRPr lang="ko-KR" altLang="en-US"/>
            </a:pPr>
            <a:fld id="{E8CCFD6A-092A-4280-A71E-1311820A8B28}" type="slidenum">
              <a:rPr lang="ko-KR" altLang="en-US"/>
              <a:pPr lvl="0">
                <a:defRPr lang="ko-KR" altLang="en-US"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88530977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 lang="ko-KR" altLang="en-US"/>
            </a:pPr>
            <a:fld id="{E8CCFD6A-092A-4280-A71E-1311820A8B28}" type="slidenum">
              <a:rPr lang="ko-KR" altLang="en-US" smtClean="0"/>
              <a:pPr lvl="0">
                <a:defRPr lang="ko-KR" altLang="en-US"/>
              </a:pPr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245481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 lang="ko-KR" altLang="en-US"/>
            </a:pPr>
            <a:fld id="{E8CCFD6A-092A-4280-A71E-1311820A8B28}" type="slidenum">
              <a:rPr lang="ko-KR" altLang="en-US" smtClean="0"/>
              <a:pPr lvl="0">
                <a:defRPr lang="ko-KR" altLang="en-US"/>
              </a:pPr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134112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BEE383-B8F2-3A83-922A-60231B5F8A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>
            <a:extLst>
              <a:ext uri="{FF2B5EF4-FFF2-40B4-BE49-F238E27FC236}">
                <a16:creationId xmlns:a16="http://schemas.microsoft.com/office/drawing/2014/main" id="{ADF76324-2013-B084-7107-03EB1F1CE8E5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4">
            <a:extLst>
              <a:ext uri="{FF2B5EF4-FFF2-40B4-BE49-F238E27FC236}">
                <a16:creationId xmlns:a16="http://schemas.microsoft.com/office/drawing/2014/main" id="{3279C7CB-4446-A73A-FAEB-F4D50897914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6">
            <a:extLst>
              <a:ext uri="{FF2B5EF4-FFF2-40B4-BE49-F238E27FC236}">
                <a16:creationId xmlns:a16="http://schemas.microsoft.com/office/drawing/2014/main" id="{E1F2E5A7-425C-1AEC-3DB0-EA36E9A2EFB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 lang="ko-KR" altLang="en-US"/>
            </a:pPr>
            <a:fld id="{E8CCFD6A-092A-4280-A71E-1311820A8B28}" type="slidenum">
              <a:rPr lang="ko-KR" altLang="en-US"/>
              <a:pPr lvl="0">
                <a:defRPr lang="ko-KR" altLang="en-US"/>
              </a:pPr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3726818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BB364D-2BCD-A04F-C2CD-C54FC2D1AF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>
            <a:extLst>
              <a:ext uri="{FF2B5EF4-FFF2-40B4-BE49-F238E27FC236}">
                <a16:creationId xmlns:a16="http://schemas.microsoft.com/office/drawing/2014/main" id="{D6A19C6E-D3D0-D62D-B88F-8E4B861A2EF4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4">
            <a:extLst>
              <a:ext uri="{FF2B5EF4-FFF2-40B4-BE49-F238E27FC236}">
                <a16:creationId xmlns:a16="http://schemas.microsoft.com/office/drawing/2014/main" id="{77FA48D5-F926-B866-5711-967394F3F11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6">
            <a:extLst>
              <a:ext uri="{FF2B5EF4-FFF2-40B4-BE49-F238E27FC236}">
                <a16:creationId xmlns:a16="http://schemas.microsoft.com/office/drawing/2014/main" id="{8797C021-67B6-18CE-7D4B-EE605CF7500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 lang="ko-KR" altLang="en-US"/>
            </a:pPr>
            <a:fld id="{E8CCFD6A-092A-4280-A71E-1311820A8B28}" type="slidenum">
              <a:rPr lang="ko-KR" altLang="en-US"/>
              <a:pPr lvl="0">
                <a:defRPr lang="ko-KR" altLang="en-US"/>
              </a:pPr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3073026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4CB346-637E-C239-239D-6C2990E677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>
            <a:extLst>
              <a:ext uri="{FF2B5EF4-FFF2-40B4-BE49-F238E27FC236}">
                <a16:creationId xmlns:a16="http://schemas.microsoft.com/office/drawing/2014/main" id="{DA5DEA90-121A-24A9-BAF1-924922A38C66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4">
            <a:extLst>
              <a:ext uri="{FF2B5EF4-FFF2-40B4-BE49-F238E27FC236}">
                <a16:creationId xmlns:a16="http://schemas.microsoft.com/office/drawing/2014/main" id="{34F710E0-0394-943B-0D3E-3BEE62908D3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6">
            <a:extLst>
              <a:ext uri="{FF2B5EF4-FFF2-40B4-BE49-F238E27FC236}">
                <a16:creationId xmlns:a16="http://schemas.microsoft.com/office/drawing/2014/main" id="{A9444706-84F0-9152-E811-D8C2F5FBEF4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 lang="ko-KR" altLang="en-US"/>
            </a:pPr>
            <a:fld id="{E8CCFD6A-092A-4280-A71E-1311820A8B28}" type="slidenum">
              <a:rPr lang="ko-KR" altLang="en-US"/>
              <a:pPr lvl="0">
                <a:defRPr lang="ko-KR" altLang="en-US"/>
              </a:pPr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0115151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CC5B7D-1652-9219-D426-9CBF34A10F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>
            <a:extLst>
              <a:ext uri="{FF2B5EF4-FFF2-40B4-BE49-F238E27FC236}">
                <a16:creationId xmlns:a16="http://schemas.microsoft.com/office/drawing/2014/main" id="{2B2B9DC3-BB0D-AA7A-CADD-A5BE89800EE5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4">
            <a:extLst>
              <a:ext uri="{FF2B5EF4-FFF2-40B4-BE49-F238E27FC236}">
                <a16:creationId xmlns:a16="http://schemas.microsoft.com/office/drawing/2014/main" id="{A5CBADED-3F46-E515-CCFB-CA297438617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6">
            <a:extLst>
              <a:ext uri="{FF2B5EF4-FFF2-40B4-BE49-F238E27FC236}">
                <a16:creationId xmlns:a16="http://schemas.microsoft.com/office/drawing/2014/main" id="{15E1AFB7-5E5B-08DB-4DF7-8D4012047A3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 lang="ko-KR" altLang="en-US"/>
            </a:pPr>
            <a:fld id="{E8CCFD6A-092A-4280-A71E-1311820A8B28}" type="slidenum">
              <a:rPr lang="ko-KR" altLang="en-US"/>
              <a:pPr lvl="0">
                <a:defRPr lang="ko-KR" altLang="en-US"/>
              </a:pPr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7679840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3D8A5F-2FAE-F54A-983F-99498BED88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>
            <a:extLst>
              <a:ext uri="{FF2B5EF4-FFF2-40B4-BE49-F238E27FC236}">
                <a16:creationId xmlns:a16="http://schemas.microsoft.com/office/drawing/2014/main" id="{D56BAEDE-42A5-DF81-6BD1-7852501900CA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4">
            <a:extLst>
              <a:ext uri="{FF2B5EF4-FFF2-40B4-BE49-F238E27FC236}">
                <a16:creationId xmlns:a16="http://schemas.microsoft.com/office/drawing/2014/main" id="{2F3E7EF0-15E2-14C0-C301-46A207B03FC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6">
            <a:extLst>
              <a:ext uri="{FF2B5EF4-FFF2-40B4-BE49-F238E27FC236}">
                <a16:creationId xmlns:a16="http://schemas.microsoft.com/office/drawing/2014/main" id="{D6E1126F-1FA3-25A9-48DB-53C740CFE8F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 lang="ko-KR" altLang="en-US"/>
            </a:pPr>
            <a:fld id="{E8CCFD6A-092A-4280-A71E-1311820A8B28}" type="slidenum">
              <a:rPr lang="ko-KR" altLang="en-US"/>
              <a:pPr lvl="0">
                <a:defRPr lang="ko-KR" altLang="en-US"/>
              </a:pPr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7455343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2E58E5-BDAA-211C-C830-4BAC6B1CD1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>
            <a:extLst>
              <a:ext uri="{FF2B5EF4-FFF2-40B4-BE49-F238E27FC236}">
                <a16:creationId xmlns:a16="http://schemas.microsoft.com/office/drawing/2014/main" id="{3D92C26E-E3B6-3BA0-8733-2F457561265D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4">
            <a:extLst>
              <a:ext uri="{FF2B5EF4-FFF2-40B4-BE49-F238E27FC236}">
                <a16:creationId xmlns:a16="http://schemas.microsoft.com/office/drawing/2014/main" id="{593F1D54-9C0B-2F36-26BB-AF3D279688A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6">
            <a:extLst>
              <a:ext uri="{FF2B5EF4-FFF2-40B4-BE49-F238E27FC236}">
                <a16:creationId xmlns:a16="http://schemas.microsoft.com/office/drawing/2014/main" id="{F5475EA7-08F5-9EE3-D811-3624362F488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 lang="ko-KR" altLang="en-US"/>
            </a:pPr>
            <a:fld id="{E8CCFD6A-092A-4280-A71E-1311820A8B28}" type="slidenum">
              <a:rPr lang="ko-KR" altLang="en-US"/>
              <a:pPr lvl="0">
                <a:defRPr lang="ko-KR" altLang="en-US"/>
              </a:pPr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150215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 lang="ko-KR" altLang="en-US"/>
            </a:pPr>
            <a:fld id="{E8CCFD6A-092A-4280-A71E-1311820A8B28}" type="slidenum">
              <a:rPr lang="ko-KR" altLang="en-US" smtClean="0"/>
              <a:pPr lvl="0">
                <a:defRPr lang="ko-KR" altLang="en-US"/>
              </a:pPr>
              <a:t>31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1913130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 lang="ko-KR" altLang="en-US"/>
            </a:pPr>
            <a:fld id="{E8CCFD6A-092A-4280-A71E-1311820A8B28}" type="slidenum">
              <a:rPr lang="ko-KR" altLang="en-US" smtClean="0"/>
              <a:pPr lvl="0">
                <a:defRPr lang="ko-KR" altLang="en-US"/>
              </a:pPr>
              <a:t>46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2178549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 lang="ko-KR" altLang="en-US"/>
            </a:pPr>
            <a:fld id="{E8CCFD6A-092A-4280-A71E-1311820A8B28}" type="slidenum">
              <a:rPr lang="ko-KR" altLang="en-US" smtClean="0"/>
              <a:pPr lvl="0">
                <a:defRPr lang="ko-KR" altLang="en-US"/>
              </a:pPr>
              <a:t>47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7218290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 lang="ko-KR" altLang="en-US"/>
            </a:pPr>
            <a:fld id="{E8CCFD6A-092A-4280-A71E-1311820A8B28}" type="slidenum">
              <a:rPr lang="ko-KR" altLang="en-US" smtClean="0"/>
              <a:pPr lvl="0">
                <a:defRPr lang="ko-KR" altLang="en-US"/>
              </a:pPr>
              <a:t>48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2307821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 lang="ko-KR" altLang="en-US"/>
            </a:pPr>
            <a:fld id="{E8CCFD6A-092A-4280-A71E-1311820A8B28}" type="slidenum">
              <a:rPr lang="ko-KR" altLang="en-US" smtClean="0"/>
              <a:pPr lvl="0">
                <a:defRPr lang="ko-KR" altLang="en-US"/>
              </a:pPr>
              <a:t>49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9875274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 lang="ko-KR" altLang="en-US"/>
            </a:pPr>
            <a:fld id="{E8CCFD6A-092A-4280-A71E-1311820A8B28}" type="slidenum">
              <a:rPr lang="ko-KR" altLang="en-US" smtClean="0"/>
              <a:pPr lvl="0">
                <a:defRPr lang="ko-KR" altLang="en-US"/>
              </a:pPr>
              <a:t>50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4640338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 lang="ko-KR" altLang="en-US"/>
            </a:pPr>
            <a:fld id="{E8CCFD6A-092A-4280-A71E-1311820A8B28}" type="slidenum">
              <a:rPr lang="ko-KR" altLang="en-US" smtClean="0"/>
              <a:pPr lvl="0">
                <a:defRPr lang="ko-KR" altLang="en-US"/>
              </a:pPr>
              <a:t>51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5959361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 lang="ko-KR" altLang="en-US"/>
            </a:pPr>
            <a:fld id="{E8CCFD6A-092A-4280-A71E-1311820A8B28}" type="slidenum">
              <a:rPr lang="ko-KR" altLang="en-US" smtClean="0"/>
              <a:pPr lvl="0">
                <a:defRPr lang="ko-KR" altLang="en-US"/>
              </a:pPr>
              <a:t>56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599259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420283"/>
            <a:ext cx="5181600" cy="98001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2590800"/>
            <a:ext cx="4267200" cy="11684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0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0899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91349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2179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5224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82697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1314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4359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166F1F-CE9B-4651-A6AA-CD717754106B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9/11/26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513078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Char char="•"/>
            </a:pPr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9/11/26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537572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1542" y="2937934"/>
            <a:ext cx="5181600" cy="908050"/>
          </a:xfrm>
        </p:spPr>
        <p:txBody>
          <a:bodyPr anchor="t"/>
          <a:lstStyle>
            <a:lvl1pPr algn="l">
              <a:defRPr sz="27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1542" y="1937814"/>
            <a:ext cx="5181600" cy="1000125"/>
          </a:xfrm>
        </p:spPr>
        <p:txBody>
          <a:bodyPr anchor="b"/>
          <a:lstStyle>
            <a:lvl1pPr marL="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1pPr>
            <a:lvl2pPr marL="30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2pPr>
            <a:lvl3pPr marL="60899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3pPr>
            <a:lvl4pPr marL="91349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4pPr>
            <a:lvl5pPr marL="121798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5pPr>
            <a:lvl6pPr marL="152248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6pPr>
            <a:lvl7pPr marL="1826977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7pPr>
            <a:lvl8pPr marL="213147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8pPr>
            <a:lvl9pPr marL="243596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9/11/26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668559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04800" y="1066802"/>
            <a:ext cx="2692400" cy="3017309"/>
          </a:xfrm>
        </p:spPr>
        <p:txBody>
          <a:bodyPr/>
          <a:lstStyle>
            <a:lvl1pPr>
              <a:defRPr sz="1900"/>
            </a:lvl1pPr>
            <a:lvl2pPr>
              <a:defRPr sz="1600"/>
            </a:lvl2pPr>
            <a:lvl3pPr>
              <a:defRPr sz="13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98800" y="1066802"/>
            <a:ext cx="2692400" cy="3017309"/>
          </a:xfrm>
        </p:spPr>
        <p:txBody>
          <a:bodyPr/>
          <a:lstStyle>
            <a:lvl1pPr>
              <a:defRPr sz="1900"/>
            </a:lvl1pPr>
            <a:lvl2pPr>
              <a:defRPr sz="1600"/>
            </a:lvl2pPr>
            <a:lvl3pPr>
              <a:defRPr sz="13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9/11/26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728499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4809" y="1023409"/>
            <a:ext cx="2693459" cy="426508"/>
          </a:xfrm>
        </p:spPr>
        <p:txBody>
          <a:bodyPr anchor="b"/>
          <a:lstStyle>
            <a:lvl1pPr marL="0" indent="0">
              <a:buNone/>
              <a:defRPr sz="1600" b="1"/>
            </a:lvl1pPr>
            <a:lvl2pPr marL="304500" indent="0">
              <a:buNone/>
              <a:defRPr sz="1300" b="1"/>
            </a:lvl2pPr>
            <a:lvl3pPr marL="608990" indent="0">
              <a:buNone/>
              <a:defRPr sz="1200" b="1"/>
            </a:lvl3pPr>
            <a:lvl4pPr marL="913490" indent="0">
              <a:buNone/>
              <a:defRPr sz="1100" b="1"/>
            </a:lvl4pPr>
            <a:lvl5pPr marL="1217980" indent="0">
              <a:buNone/>
              <a:defRPr sz="1100" b="1"/>
            </a:lvl5pPr>
            <a:lvl6pPr marL="1522480" indent="0">
              <a:buNone/>
              <a:defRPr sz="1100" b="1"/>
            </a:lvl6pPr>
            <a:lvl7pPr marL="1826977" indent="0">
              <a:buNone/>
              <a:defRPr sz="1100" b="1"/>
            </a:lvl7pPr>
            <a:lvl8pPr marL="2131470" indent="0">
              <a:buNone/>
              <a:defRPr sz="1100" b="1"/>
            </a:lvl8pPr>
            <a:lvl9pPr marL="2435960" indent="0">
              <a:buNone/>
              <a:defRPr sz="11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4809" y="1449917"/>
            <a:ext cx="2693459" cy="2634192"/>
          </a:xfrm>
        </p:spPr>
        <p:txBody>
          <a:bodyPr/>
          <a:lstStyle>
            <a:lvl1pPr>
              <a:defRPr sz="1600"/>
            </a:lvl1pPr>
            <a:lvl2pPr>
              <a:defRPr sz="13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  <a:lvl6pPr>
              <a:defRPr sz="1100"/>
            </a:lvl6pPr>
            <a:lvl7pPr>
              <a:defRPr sz="1100"/>
            </a:lvl7pPr>
            <a:lvl8pPr>
              <a:defRPr sz="1100"/>
            </a:lvl8pPr>
            <a:lvl9pPr>
              <a:defRPr sz="11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096686" y="1023409"/>
            <a:ext cx="2694517" cy="426508"/>
          </a:xfrm>
        </p:spPr>
        <p:txBody>
          <a:bodyPr anchor="b"/>
          <a:lstStyle>
            <a:lvl1pPr marL="0" indent="0">
              <a:buNone/>
              <a:defRPr sz="1600" b="1"/>
            </a:lvl1pPr>
            <a:lvl2pPr marL="304500" indent="0">
              <a:buNone/>
              <a:defRPr sz="1300" b="1"/>
            </a:lvl2pPr>
            <a:lvl3pPr marL="608990" indent="0">
              <a:buNone/>
              <a:defRPr sz="1200" b="1"/>
            </a:lvl3pPr>
            <a:lvl4pPr marL="913490" indent="0">
              <a:buNone/>
              <a:defRPr sz="1100" b="1"/>
            </a:lvl4pPr>
            <a:lvl5pPr marL="1217980" indent="0">
              <a:buNone/>
              <a:defRPr sz="1100" b="1"/>
            </a:lvl5pPr>
            <a:lvl6pPr marL="1522480" indent="0">
              <a:buNone/>
              <a:defRPr sz="1100" b="1"/>
            </a:lvl6pPr>
            <a:lvl7pPr marL="1826977" indent="0">
              <a:buNone/>
              <a:defRPr sz="1100" b="1"/>
            </a:lvl7pPr>
            <a:lvl8pPr marL="2131470" indent="0">
              <a:buNone/>
              <a:defRPr sz="1100" b="1"/>
            </a:lvl8pPr>
            <a:lvl9pPr marL="2435960" indent="0">
              <a:buNone/>
              <a:defRPr sz="11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096686" y="1449917"/>
            <a:ext cx="2694517" cy="2634192"/>
          </a:xfrm>
        </p:spPr>
        <p:txBody>
          <a:bodyPr/>
          <a:lstStyle>
            <a:lvl1pPr>
              <a:defRPr sz="1600"/>
            </a:lvl1pPr>
            <a:lvl2pPr>
              <a:defRPr sz="13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  <a:lvl6pPr>
              <a:defRPr sz="1100"/>
            </a:lvl6pPr>
            <a:lvl7pPr>
              <a:defRPr sz="1100"/>
            </a:lvl7pPr>
            <a:lvl8pPr>
              <a:defRPr sz="1100"/>
            </a:lvl8pPr>
            <a:lvl9pPr>
              <a:defRPr sz="11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9/11/26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116887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9/11/26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256084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9/11/26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872760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182033"/>
            <a:ext cx="2005542" cy="774700"/>
          </a:xfrm>
        </p:spPr>
        <p:txBody>
          <a:bodyPr anchor="b"/>
          <a:lstStyle>
            <a:lvl1pPr algn="l">
              <a:defRPr sz="13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83375" y="182043"/>
            <a:ext cx="3407833" cy="3902075"/>
          </a:xfrm>
        </p:spPr>
        <p:txBody>
          <a:bodyPr/>
          <a:lstStyle>
            <a:lvl1pPr>
              <a:defRPr sz="2100"/>
            </a:lvl1pPr>
            <a:lvl2pPr>
              <a:defRPr sz="1900"/>
            </a:lvl2pPr>
            <a:lvl3pPr>
              <a:defRPr sz="1600"/>
            </a:lvl3pPr>
            <a:lvl4pPr>
              <a:defRPr sz="1300"/>
            </a:lvl4pPr>
            <a:lvl5pPr>
              <a:defRPr sz="1300"/>
            </a:lvl5pPr>
            <a:lvl6pPr>
              <a:defRPr sz="1300"/>
            </a:lvl6pPr>
            <a:lvl7pPr>
              <a:defRPr sz="1300"/>
            </a:lvl7pPr>
            <a:lvl8pPr>
              <a:defRPr sz="1300"/>
            </a:lvl8pPr>
            <a:lvl9pPr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4800" y="956743"/>
            <a:ext cx="2005542" cy="3127375"/>
          </a:xfrm>
        </p:spPr>
        <p:txBody>
          <a:bodyPr/>
          <a:lstStyle>
            <a:lvl1pPr marL="0" indent="0">
              <a:buNone/>
              <a:defRPr sz="900"/>
            </a:lvl1pPr>
            <a:lvl2pPr marL="304500" indent="0">
              <a:buNone/>
              <a:defRPr sz="800"/>
            </a:lvl2pPr>
            <a:lvl3pPr marL="608990" indent="0">
              <a:buNone/>
              <a:defRPr sz="700"/>
            </a:lvl3pPr>
            <a:lvl4pPr marL="913490" indent="0">
              <a:buNone/>
              <a:defRPr sz="600"/>
            </a:lvl4pPr>
            <a:lvl5pPr marL="1217980" indent="0">
              <a:buNone/>
              <a:defRPr sz="600"/>
            </a:lvl5pPr>
            <a:lvl6pPr marL="1522480" indent="0">
              <a:buNone/>
              <a:defRPr sz="600"/>
            </a:lvl6pPr>
            <a:lvl7pPr marL="1826977" indent="0">
              <a:buNone/>
              <a:defRPr sz="600"/>
            </a:lvl7pPr>
            <a:lvl8pPr marL="2131470" indent="0">
              <a:buNone/>
              <a:defRPr sz="600"/>
            </a:lvl8pPr>
            <a:lvl9pPr marL="2435960" indent="0">
              <a:buNone/>
              <a:defRPr sz="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9/11/26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737479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94859" y="3200409"/>
            <a:ext cx="3657600" cy="377825"/>
          </a:xfrm>
        </p:spPr>
        <p:txBody>
          <a:bodyPr anchor="b"/>
          <a:lstStyle>
            <a:lvl1pPr algn="l">
              <a:defRPr sz="13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194859" y="408517"/>
            <a:ext cx="3657600" cy="2743200"/>
          </a:xfrm>
        </p:spPr>
        <p:txBody>
          <a:bodyPr/>
          <a:lstStyle>
            <a:lvl1pPr marL="0" indent="0">
              <a:buNone/>
              <a:defRPr sz="2100"/>
            </a:lvl1pPr>
            <a:lvl2pPr marL="304500" indent="0">
              <a:buNone/>
              <a:defRPr sz="1900"/>
            </a:lvl2pPr>
            <a:lvl3pPr marL="608990" indent="0">
              <a:buNone/>
              <a:defRPr sz="1600"/>
            </a:lvl3pPr>
            <a:lvl4pPr marL="913490" indent="0">
              <a:buNone/>
              <a:defRPr sz="1300"/>
            </a:lvl4pPr>
            <a:lvl5pPr marL="1217980" indent="0">
              <a:buNone/>
              <a:defRPr sz="1300"/>
            </a:lvl5pPr>
            <a:lvl6pPr marL="1522480" indent="0">
              <a:buNone/>
              <a:defRPr sz="1300"/>
            </a:lvl6pPr>
            <a:lvl7pPr marL="1826977" indent="0">
              <a:buNone/>
              <a:defRPr sz="1300"/>
            </a:lvl7pPr>
            <a:lvl8pPr marL="2131470" indent="0">
              <a:buNone/>
              <a:defRPr sz="1300"/>
            </a:lvl8pPr>
            <a:lvl9pPr marL="2435960" indent="0">
              <a:buNone/>
              <a:defRPr sz="13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94859" y="3578234"/>
            <a:ext cx="3657600" cy="536575"/>
          </a:xfrm>
        </p:spPr>
        <p:txBody>
          <a:bodyPr/>
          <a:lstStyle>
            <a:lvl1pPr marL="0" indent="0">
              <a:buNone/>
              <a:defRPr sz="900"/>
            </a:lvl1pPr>
            <a:lvl2pPr marL="304500" indent="0">
              <a:buNone/>
              <a:defRPr sz="800"/>
            </a:lvl2pPr>
            <a:lvl3pPr marL="608990" indent="0">
              <a:buNone/>
              <a:defRPr sz="700"/>
            </a:lvl3pPr>
            <a:lvl4pPr marL="913490" indent="0">
              <a:buNone/>
              <a:defRPr sz="600"/>
            </a:lvl4pPr>
            <a:lvl5pPr marL="1217980" indent="0">
              <a:buNone/>
              <a:defRPr sz="600"/>
            </a:lvl5pPr>
            <a:lvl6pPr marL="1522480" indent="0">
              <a:buNone/>
              <a:defRPr sz="600"/>
            </a:lvl6pPr>
            <a:lvl7pPr marL="1826977" indent="0">
              <a:buNone/>
              <a:defRPr sz="600"/>
            </a:lvl7pPr>
            <a:lvl8pPr marL="2131470" indent="0">
              <a:buNone/>
              <a:defRPr sz="600"/>
            </a:lvl8pPr>
            <a:lvl9pPr marL="2435960" indent="0">
              <a:buNone/>
              <a:defRPr sz="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9/11/26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906357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9/11/26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839949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419600" y="183101"/>
            <a:ext cx="1371600" cy="3901017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04800" y="183101"/>
            <a:ext cx="4013200" cy="39010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9/11/26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8628531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>
            <a:off x="304800" y="182880"/>
            <a:ext cx="5487035" cy="762635"/>
          </a:xfrm>
          <a:prstGeom prst="rect">
            <a:avLst/>
          </a:prstGeom>
        </p:spPr>
        <p:txBody>
          <a:bodyPr vert="horz" wrap="square" lIns="60960" tIns="30480" rIns="60960" bIns="30480" anchor="ctr">
            <a:normAutofit/>
          </a:bodyPr>
          <a:lstStyle/>
          <a:p>
            <a:pPr marL="0" indent="0" latinLnBrk="0">
              <a:buFontTx/>
              <a:buNone/>
            </a:pPr>
            <a:r>
              <a:rPr>
                <a:latin typeface="나눔고딕" charset="0"/>
                <a:ea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/>
          </p:nvPr>
        </p:nvSpPr>
        <p:spPr>
          <a:xfrm>
            <a:off x="304800" y="1066800"/>
            <a:ext cx="5487035" cy="3018155"/>
          </a:xfrm>
          <a:prstGeom prst="rect">
            <a:avLst/>
          </a:prstGeom>
        </p:spPr>
        <p:txBody>
          <a:bodyPr vert="horz" wrap="square" lIns="60960" tIns="30480" rIns="60960" bIns="30480" anchor="t">
            <a:normAutofit/>
          </a:bodyPr>
          <a:lstStyle/>
          <a:p>
            <a:pPr marL="228600" indent="-228600" latinLnBrk="0"/>
            <a:r>
              <a:rPr>
                <a:latin typeface="나눔고딕" charset="0"/>
                <a:ea typeface="나눔고딕" charset="0"/>
              </a:rPr>
              <a:t>Click to edit Master text styles</a:t>
            </a:r>
          </a:p>
          <a:p>
            <a:pPr marL="495300" indent="-190500" latinLnBrk="0"/>
            <a:r>
              <a:rPr>
                <a:latin typeface="나눔고딕" charset="0"/>
                <a:ea typeface="나눔고딕" charset="0"/>
              </a:rPr>
              <a:t>Second level</a:t>
            </a:r>
          </a:p>
          <a:p>
            <a:pPr marL="762000" indent="-152400" latinLnBrk="0"/>
            <a:r>
              <a:rPr>
                <a:latin typeface="나눔고딕" charset="0"/>
                <a:ea typeface="나눔고딕" charset="0"/>
              </a:rPr>
              <a:t>Third level</a:t>
            </a:r>
          </a:p>
          <a:p>
            <a:pPr marL="1066800" indent="-152400" latinLnBrk="0"/>
            <a:r>
              <a:rPr>
                <a:latin typeface="나눔고딕" charset="0"/>
                <a:ea typeface="나눔고딕" charset="0"/>
              </a:rPr>
              <a:t>Fourth level</a:t>
            </a:r>
          </a:p>
          <a:p>
            <a:pPr marL="1371600" indent="-152400" latinLnBrk="0"/>
            <a:r>
              <a:rPr>
                <a:latin typeface="나눔고딕" charset="0"/>
                <a:ea typeface="나눔고딕" charset="0"/>
              </a:rPr>
              <a:t>Fifth level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dt"/>
          </p:nvPr>
        </p:nvSpPr>
        <p:spPr>
          <a:xfrm>
            <a:off x="304800" y="4237355"/>
            <a:ext cx="1423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datetime1">
              <a:rPr lang="en-US" altLang="ko-KR">
                <a:solidFill>
                  <a:srgbClr val="000000">
                    <a:tint val="75000"/>
                  </a:srgbClr>
                </a:solidFill>
                <a:latin typeface="나눔고딕" charset="0"/>
                <a:ea typeface="나눔고딕" charset="0"/>
              </a:rPr>
              <a:t>9/11/26</a:t>
            </a:fld>
            <a:endParaRPr lang="en-US" altLang="ko-KR">
              <a:solidFill>
                <a:srgbClr val="000000">
                  <a:tint val="75000"/>
                </a:srgbClr>
              </a:solidFill>
              <a:latin typeface="나눔고딕" charset="0"/>
              <a:ea typeface="나눔고딕" charset="0"/>
            </a:endParaRPr>
          </a:p>
        </p:txBody>
      </p:sp>
      <p:sp>
        <p:nvSpPr>
          <p:cNvPr id="5" name="Rect 0"/>
          <p:cNvSpPr txBox="1">
            <a:spLocks noGrp="1"/>
          </p:cNvSpPr>
          <p:nvPr>
            <p:ph type="ftr"/>
          </p:nvPr>
        </p:nvSpPr>
        <p:spPr>
          <a:xfrm>
            <a:off x="2082800" y="4237355"/>
            <a:ext cx="1931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endParaRPr/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>
            <a:off x="4368800" y="4237355"/>
            <a:ext cx="1423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slidenum">
              <a:rPr>
                <a:solidFill>
                  <a:srgbClr val="000000">
                    <a:tint val="75000"/>
                  </a:srgbClr>
                </a:solidFill>
                <a:latin typeface="나눔고딕" charset="0"/>
                <a:ea typeface="나눔고딕" charset="0"/>
              </a:rPr>
              <a:t>‹#›</a:t>
            </a:fld>
            <a:endParaRPr>
              <a:solidFill>
                <a:srgbClr val="000000">
                  <a:tint val="75000"/>
                </a:srgbClr>
              </a:solidFill>
              <a:latin typeface="나눔고딕" charset="0"/>
              <a:ea typeface="나눔고딕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1828719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420283"/>
            <a:ext cx="5181600" cy="98001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2590800"/>
            <a:ext cx="4267200" cy="11684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045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0911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9136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2182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52278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82734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13189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43644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166F1F-CE9B-4651-A6AA-CD717754106B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9/11/26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2984789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182880"/>
            <a:ext cx="5487035" cy="76263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066800"/>
            <a:ext cx="5487035" cy="3018155"/>
          </a:xfrm>
        </p:spPr>
        <p:txBody>
          <a:bodyPr/>
          <a:lstStyle/>
          <a:p>
            <a:pPr lvl="0">
              <a:buChar char="•"/>
            </a:pPr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04800" y="4237355"/>
            <a:ext cx="1423035" cy="243840"/>
          </a:xfrm>
        </p:spPr>
        <p:txBody>
          <a:bodyPr/>
          <a:lstStyle/>
          <a:p>
            <a:fld id="{A76116CE-C4A3-4A05-B2D7-7C2E9A889C0F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9/11/26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082800" y="4237355"/>
            <a:ext cx="1931035" cy="243840"/>
          </a:xfr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368800" y="4237355"/>
            <a:ext cx="1423035" cy="243840"/>
          </a:xfrm>
        </p:spPr>
        <p:txBody>
          <a:bodyPr/>
          <a:lstStyle/>
          <a:p>
            <a:fld id="{B1393E5F-521B-4CAD-9D3A-AE923D912DC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4200254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1542" y="2937934"/>
            <a:ext cx="5181600" cy="908050"/>
          </a:xfrm>
        </p:spPr>
        <p:txBody>
          <a:bodyPr anchor="t"/>
          <a:lstStyle>
            <a:lvl1pPr algn="l">
              <a:defRPr sz="27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1542" y="1937814"/>
            <a:ext cx="5181600" cy="1000125"/>
          </a:xfrm>
        </p:spPr>
        <p:txBody>
          <a:bodyPr anchor="b"/>
          <a:lstStyle>
            <a:lvl1pPr marL="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1pPr>
            <a:lvl2pPr marL="30456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2pPr>
            <a:lvl3pPr marL="609112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3pPr>
            <a:lvl4pPr marL="913672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4pPr>
            <a:lvl5pPr marL="1218224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5pPr>
            <a:lvl6pPr marL="1522784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6pPr>
            <a:lvl7pPr marL="1827341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7pPr>
            <a:lvl8pPr marL="2131896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8pPr>
            <a:lvl9pPr marL="2436448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9/11/26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1146457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04800" y="1066802"/>
            <a:ext cx="2692400" cy="3017309"/>
          </a:xfrm>
        </p:spPr>
        <p:txBody>
          <a:bodyPr/>
          <a:lstStyle>
            <a:lvl1pPr>
              <a:defRPr sz="1900"/>
            </a:lvl1pPr>
            <a:lvl2pPr>
              <a:defRPr sz="1600"/>
            </a:lvl2pPr>
            <a:lvl3pPr>
              <a:defRPr sz="13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98800" y="1066802"/>
            <a:ext cx="2692400" cy="3017309"/>
          </a:xfrm>
        </p:spPr>
        <p:txBody>
          <a:bodyPr/>
          <a:lstStyle>
            <a:lvl1pPr>
              <a:defRPr sz="1900"/>
            </a:lvl1pPr>
            <a:lvl2pPr>
              <a:defRPr sz="1600"/>
            </a:lvl2pPr>
            <a:lvl3pPr>
              <a:defRPr sz="13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9/11/26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228837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4807" y="1023409"/>
            <a:ext cx="2693459" cy="426508"/>
          </a:xfrm>
        </p:spPr>
        <p:txBody>
          <a:bodyPr anchor="b"/>
          <a:lstStyle>
            <a:lvl1pPr marL="0" indent="0">
              <a:buNone/>
              <a:defRPr sz="1600" b="1"/>
            </a:lvl1pPr>
            <a:lvl2pPr marL="304560" indent="0">
              <a:buNone/>
              <a:defRPr sz="1300" b="1"/>
            </a:lvl2pPr>
            <a:lvl3pPr marL="609112" indent="0">
              <a:buNone/>
              <a:defRPr sz="1200" b="1"/>
            </a:lvl3pPr>
            <a:lvl4pPr marL="913672" indent="0">
              <a:buNone/>
              <a:defRPr sz="1100" b="1"/>
            </a:lvl4pPr>
            <a:lvl5pPr marL="1218224" indent="0">
              <a:buNone/>
              <a:defRPr sz="1100" b="1"/>
            </a:lvl5pPr>
            <a:lvl6pPr marL="1522784" indent="0">
              <a:buNone/>
              <a:defRPr sz="1100" b="1"/>
            </a:lvl6pPr>
            <a:lvl7pPr marL="1827341" indent="0">
              <a:buNone/>
              <a:defRPr sz="1100" b="1"/>
            </a:lvl7pPr>
            <a:lvl8pPr marL="2131896" indent="0">
              <a:buNone/>
              <a:defRPr sz="1100" b="1"/>
            </a:lvl8pPr>
            <a:lvl9pPr marL="2436448" indent="0">
              <a:buNone/>
              <a:defRPr sz="11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4807" y="1449917"/>
            <a:ext cx="2693459" cy="2634192"/>
          </a:xfrm>
        </p:spPr>
        <p:txBody>
          <a:bodyPr/>
          <a:lstStyle>
            <a:lvl1pPr>
              <a:defRPr sz="1600"/>
            </a:lvl1pPr>
            <a:lvl2pPr>
              <a:defRPr sz="13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  <a:lvl6pPr>
              <a:defRPr sz="1100"/>
            </a:lvl6pPr>
            <a:lvl7pPr>
              <a:defRPr sz="1100"/>
            </a:lvl7pPr>
            <a:lvl8pPr>
              <a:defRPr sz="1100"/>
            </a:lvl8pPr>
            <a:lvl9pPr>
              <a:defRPr sz="11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096686" y="1023409"/>
            <a:ext cx="2694517" cy="426508"/>
          </a:xfrm>
        </p:spPr>
        <p:txBody>
          <a:bodyPr anchor="b"/>
          <a:lstStyle>
            <a:lvl1pPr marL="0" indent="0">
              <a:buNone/>
              <a:defRPr sz="1600" b="1"/>
            </a:lvl1pPr>
            <a:lvl2pPr marL="304560" indent="0">
              <a:buNone/>
              <a:defRPr sz="1300" b="1"/>
            </a:lvl2pPr>
            <a:lvl3pPr marL="609112" indent="0">
              <a:buNone/>
              <a:defRPr sz="1200" b="1"/>
            </a:lvl3pPr>
            <a:lvl4pPr marL="913672" indent="0">
              <a:buNone/>
              <a:defRPr sz="1100" b="1"/>
            </a:lvl4pPr>
            <a:lvl5pPr marL="1218224" indent="0">
              <a:buNone/>
              <a:defRPr sz="1100" b="1"/>
            </a:lvl5pPr>
            <a:lvl6pPr marL="1522784" indent="0">
              <a:buNone/>
              <a:defRPr sz="1100" b="1"/>
            </a:lvl6pPr>
            <a:lvl7pPr marL="1827341" indent="0">
              <a:buNone/>
              <a:defRPr sz="1100" b="1"/>
            </a:lvl7pPr>
            <a:lvl8pPr marL="2131896" indent="0">
              <a:buNone/>
              <a:defRPr sz="1100" b="1"/>
            </a:lvl8pPr>
            <a:lvl9pPr marL="2436448" indent="0">
              <a:buNone/>
              <a:defRPr sz="11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096686" y="1449917"/>
            <a:ext cx="2694517" cy="2634192"/>
          </a:xfrm>
        </p:spPr>
        <p:txBody>
          <a:bodyPr/>
          <a:lstStyle>
            <a:lvl1pPr>
              <a:defRPr sz="1600"/>
            </a:lvl1pPr>
            <a:lvl2pPr>
              <a:defRPr sz="13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  <a:lvl6pPr>
              <a:defRPr sz="1100"/>
            </a:lvl6pPr>
            <a:lvl7pPr>
              <a:defRPr sz="1100"/>
            </a:lvl7pPr>
            <a:lvl8pPr>
              <a:defRPr sz="1100"/>
            </a:lvl8pPr>
            <a:lvl9pPr>
              <a:defRPr sz="11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9/11/26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0155558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9/11/26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331021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9/11/26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4564219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182033"/>
            <a:ext cx="2005542" cy="774700"/>
          </a:xfrm>
        </p:spPr>
        <p:txBody>
          <a:bodyPr anchor="b"/>
          <a:lstStyle>
            <a:lvl1pPr algn="l">
              <a:defRPr sz="13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83374" y="182041"/>
            <a:ext cx="3407833" cy="3902075"/>
          </a:xfrm>
        </p:spPr>
        <p:txBody>
          <a:bodyPr/>
          <a:lstStyle>
            <a:lvl1pPr>
              <a:defRPr sz="2100"/>
            </a:lvl1pPr>
            <a:lvl2pPr>
              <a:defRPr sz="1900"/>
            </a:lvl2pPr>
            <a:lvl3pPr>
              <a:defRPr sz="1600"/>
            </a:lvl3pPr>
            <a:lvl4pPr>
              <a:defRPr sz="1300"/>
            </a:lvl4pPr>
            <a:lvl5pPr>
              <a:defRPr sz="1300"/>
            </a:lvl5pPr>
            <a:lvl6pPr>
              <a:defRPr sz="1300"/>
            </a:lvl6pPr>
            <a:lvl7pPr>
              <a:defRPr sz="1300"/>
            </a:lvl7pPr>
            <a:lvl8pPr>
              <a:defRPr sz="1300"/>
            </a:lvl8pPr>
            <a:lvl9pPr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4800" y="956741"/>
            <a:ext cx="2005542" cy="3127375"/>
          </a:xfrm>
        </p:spPr>
        <p:txBody>
          <a:bodyPr/>
          <a:lstStyle>
            <a:lvl1pPr marL="0" indent="0">
              <a:buNone/>
              <a:defRPr sz="900"/>
            </a:lvl1pPr>
            <a:lvl2pPr marL="304560" indent="0">
              <a:buNone/>
              <a:defRPr sz="800"/>
            </a:lvl2pPr>
            <a:lvl3pPr marL="609112" indent="0">
              <a:buNone/>
              <a:defRPr sz="700"/>
            </a:lvl3pPr>
            <a:lvl4pPr marL="913672" indent="0">
              <a:buNone/>
              <a:defRPr sz="600"/>
            </a:lvl4pPr>
            <a:lvl5pPr marL="1218224" indent="0">
              <a:buNone/>
              <a:defRPr sz="600"/>
            </a:lvl5pPr>
            <a:lvl6pPr marL="1522784" indent="0">
              <a:buNone/>
              <a:defRPr sz="600"/>
            </a:lvl6pPr>
            <a:lvl7pPr marL="1827341" indent="0">
              <a:buNone/>
              <a:defRPr sz="600"/>
            </a:lvl7pPr>
            <a:lvl8pPr marL="2131896" indent="0">
              <a:buNone/>
              <a:defRPr sz="600"/>
            </a:lvl8pPr>
            <a:lvl9pPr marL="2436448" indent="0">
              <a:buNone/>
              <a:defRPr sz="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9/11/26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6639840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94859" y="3200407"/>
            <a:ext cx="3657600" cy="377825"/>
          </a:xfrm>
        </p:spPr>
        <p:txBody>
          <a:bodyPr anchor="b"/>
          <a:lstStyle>
            <a:lvl1pPr algn="l">
              <a:defRPr sz="13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194859" y="408517"/>
            <a:ext cx="3657600" cy="2743200"/>
          </a:xfrm>
        </p:spPr>
        <p:txBody>
          <a:bodyPr/>
          <a:lstStyle>
            <a:lvl1pPr marL="0" indent="0">
              <a:buNone/>
              <a:defRPr sz="2100"/>
            </a:lvl1pPr>
            <a:lvl2pPr marL="304560" indent="0">
              <a:buNone/>
              <a:defRPr sz="1900"/>
            </a:lvl2pPr>
            <a:lvl3pPr marL="609112" indent="0">
              <a:buNone/>
              <a:defRPr sz="1600"/>
            </a:lvl3pPr>
            <a:lvl4pPr marL="913672" indent="0">
              <a:buNone/>
              <a:defRPr sz="1300"/>
            </a:lvl4pPr>
            <a:lvl5pPr marL="1218224" indent="0">
              <a:buNone/>
              <a:defRPr sz="1300"/>
            </a:lvl5pPr>
            <a:lvl6pPr marL="1522784" indent="0">
              <a:buNone/>
              <a:defRPr sz="1300"/>
            </a:lvl6pPr>
            <a:lvl7pPr marL="1827341" indent="0">
              <a:buNone/>
              <a:defRPr sz="1300"/>
            </a:lvl7pPr>
            <a:lvl8pPr marL="2131896" indent="0">
              <a:buNone/>
              <a:defRPr sz="1300"/>
            </a:lvl8pPr>
            <a:lvl9pPr marL="2436448" indent="0">
              <a:buNone/>
              <a:defRPr sz="13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94859" y="3578232"/>
            <a:ext cx="3657600" cy="536575"/>
          </a:xfrm>
        </p:spPr>
        <p:txBody>
          <a:bodyPr/>
          <a:lstStyle>
            <a:lvl1pPr marL="0" indent="0">
              <a:buNone/>
              <a:defRPr sz="900"/>
            </a:lvl1pPr>
            <a:lvl2pPr marL="304560" indent="0">
              <a:buNone/>
              <a:defRPr sz="800"/>
            </a:lvl2pPr>
            <a:lvl3pPr marL="609112" indent="0">
              <a:buNone/>
              <a:defRPr sz="700"/>
            </a:lvl3pPr>
            <a:lvl4pPr marL="913672" indent="0">
              <a:buNone/>
              <a:defRPr sz="600"/>
            </a:lvl4pPr>
            <a:lvl5pPr marL="1218224" indent="0">
              <a:buNone/>
              <a:defRPr sz="600"/>
            </a:lvl5pPr>
            <a:lvl6pPr marL="1522784" indent="0">
              <a:buNone/>
              <a:defRPr sz="600"/>
            </a:lvl6pPr>
            <a:lvl7pPr marL="1827341" indent="0">
              <a:buNone/>
              <a:defRPr sz="600"/>
            </a:lvl7pPr>
            <a:lvl8pPr marL="2131896" indent="0">
              <a:buNone/>
              <a:defRPr sz="600"/>
            </a:lvl8pPr>
            <a:lvl9pPr marL="2436448" indent="0">
              <a:buNone/>
              <a:defRPr sz="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9/11/26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334734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9/11/26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0056417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419600" y="183099"/>
            <a:ext cx="1371600" cy="3901017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04800" y="183099"/>
            <a:ext cx="4013200" cy="39010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9/11/26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977500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>
            <a:off x="304800" y="182880"/>
            <a:ext cx="5487035" cy="762635"/>
          </a:xfrm>
          <a:prstGeom prst="rect">
            <a:avLst/>
          </a:prstGeom>
        </p:spPr>
        <p:txBody>
          <a:bodyPr vert="horz" wrap="square" lIns="60960" tIns="30480" rIns="60960" bIns="30480" anchor="ctr">
            <a:normAutofit/>
          </a:bodyPr>
          <a:lstStyle/>
          <a:p>
            <a:pPr marL="0" indent="0" latinLnBrk="0">
              <a:buFontTx/>
              <a:buNone/>
            </a:pPr>
            <a:r>
              <a:rPr>
                <a:latin typeface="나눔고딕" charset="0"/>
                <a:ea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/>
          </p:nvPr>
        </p:nvSpPr>
        <p:spPr>
          <a:xfrm>
            <a:off x="304800" y="1066800"/>
            <a:ext cx="5487035" cy="3018155"/>
          </a:xfrm>
          <a:prstGeom prst="rect">
            <a:avLst/>
          </a:prstGeom>
        </p:spPr>
        <p:txBody>
          <a:bodyPr vert="horz" wrap="square" lIns="60960" tIns="30480" rIns="60960" bIns="30480" anchor="t">
            <a:normAutofit/>
          </a:bodyPr>
          <a:lstStyle/>
          <a:p>
            <a:pPr marL="228600" indent="-228600" latinLnBrk="0"/>
            <a:r>
              <a:rPr>
                <a:latin typeface="나눔고딕" charset="0"/>
                <a:ea typeface="나눔고딕" charset="0"/>
              </a:rPr>
              <a:t>Click to edit Master text styles</a:t>
            </a:r>
          </a:p>
          <a:p>
            <a:pPr marL="494665" indent="-190500" latinLnBrk="0"/>
            <a:r>
              <a:rPr>
                <a:latin typeface="나눔고딕" charset="0"/>
                <a:ea typeface="나눔고딕" charset="0"/>
              </a:rPr>
              <a:t>Second level</a:t>
            </a:r>
          </a:p>
          <a:p>
            <a:pPr marL="761365" indent="-152400" latinLnBrk="0"/>
            <a:r>
              <a:rPr>
                <a:latin typeface="나눔고딕" charset="0"/>
                <a:ea typeface="나눔고딕" charset="0"/>
              </a:rPr>
              <a:t>Third level</a:t>
            </a:r>
          </a:p>
          <a:p>
            <a:pPr marL="1066165" indent="-152400" latinLnBrk="0"/>
            <a:r>
              <a:rPr>
                <a:latin typeface="나눔고딕" charset="0"/>
                <a:ea typeface="나눔고딕" charset="0"/>
              </a:rPr>
              <a:t>Fourth level</a:t>
            </a:r>
          </a:p>
          <a:p>
            <a:pPr marL="1370330" indent="-152400" latinLnBrk="0"/>
            <a:r>
              <a:rPr>
                <a:latin typeface="나눔고딕" charset="0"/>
                <a:ea typeface="나눔고딕" charset="0"/>
              </a:rPr>
              <a:t>Fifth level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dt"/>
          </p:nvPr>
        </p:nvSpPr>
        <p:spPr>
          <a:xfrm>
            <a:off x="304800" y="4237355"/>
            <a:ext cx="1423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datetime1">
              <a:rPr lang="en-US" altLang="ko-KR">
                <a:solidFill>
                  <a:srgbClr val="000000">
                    <a:tint val="75000"/>
                  </a:srgbClr>
                </a:solidFill>
                <a:latin typeface="나눔고딕" charset="0"/>
                <a:ea typeface="나눔고딕" charset="0"/>
              </a:rPr>
              <a:t>9/11/26</a:t>
            </a:fld>
            <a:endParaRPr lang="en-US" altLang="ko-KR">
              <a:solidFill>
                <a:srgbClr val="000000">
                  <a:tint val="75000"/>
                </a:srgbClr>
              </a:solidFill>
              <a:latin typeface="나눔고딕" charset="0"/>
              <a:ea typeface="나눔고딕" charset="0"/>
            </a:endParaRPr>
          </a:p>
        </p:txBody>
      </p:sp>
      <p:sp>
        <p:nvSpPr>
          <p:cNvPr id="5" name="Rect 0"/>
          <p:cNvSpPr txBox="1">
            <a:spLocks noGrp="1"/>
          </p:cNvSpPr>
          <p:nvPr>
            <p:ph type="ftr"/>
          </p:nvPr>
        </p:nvSpPr>
        <p:spPr>
          <a:xfrm>
            <a:off x="2082800" y="4237355"/>
            <a:ext cx="1931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endParaRPr/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>
            <a:off x="4368800" y="4237355"/>
            <a:ext cx="1423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slidenum">
              <a:rPr>
                <a:solidFill>
                  <a:srgbClr val="000000">
                    <a:tint val="75000"/>
                  </a:srgbClr>
                </a:solidFill>
                <a:latin typeface="나눔고딕" charset="0"/>
                <a:ea typeface="나눔고딕" charset="0"/>
              </a:rPr>
              <a:t>‹#›</a:t>
            </a:fld>
            <a:endParaRPr>
              <a:solidFill>
                <a:srgbClr val="000000">
                  <a:tint val="75000"/>
                </a:srgbClr>
              </a:solidFill>
              <a:latin typeface="나눔고딕" charset="0"/>
              <a:ea typeface="나눔고딕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0084040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슬라이드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420283"/>
            <a:ext cx="5181600" cy="980017"/>
          </a:xfrm>
        </p:spPr>
        <p:txBody>
          <a:bodyPr/>
          <a:lstStyle/>
          <a:p>
            <a:pPr lvl="0">
              <a:defRPr lang="ko-KR" altLang="en-US"/>
            </a:pPr>
            <a:r>
              <a:rPr lang="en-US"/>
              <a:t>마스터 제목 스타일 편집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2590800"/>
            <a:ext cx="4267200" cy="11684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047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095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9143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2190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52384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82861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1333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43815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 lang="ko-KR" altLang="en-US"/>
            </a:pPr>
            <a:r>
              <a:rPr lang="en-US"/>
              <a:t>마스터 부제목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 lang="ko-KR" altLang="en-US"/>
            </a:pPr>
            <a:fld id="{F8166F1F-CE9B-4651-A6AA-CD717754106B}" type="datetime1">
              <a:rPr lang="en-US">
                <a:solidFill>
                  <a:prstClr val="black">
                    <a:tint val="75000"/>
                  </a:prstClr>
                </a:solidFill>
              </a:rPr>
              <a:pPr lvl="0">
                <a:defRPr lang="ko-KR" altLang="en-US"/>
              </a:pPr>
              <a:t>9/11/26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 lang="ko-KR" altLang="en-US"/>
            </a:pPr>
            <a:endParaRPr lang="ko-K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 lang="ko-KR" altLang="en-US"/>
            </a:pPr>
            <a:fld id="{B1393E5F-521B-4CAD-9D3A-AE923D912DCE}" type="slidenum">
              <a:rPr lang="en-US">
                <a:solidFill>
                  <a:prstClr val="black">
                    <a:tint val="75000"/>
                  </a:prstClr>
                </a:solidFill>
              </a:rPr>
              <a:pPr lvl="0">
                <a:defRPr lang="ko-KR" altLang="en-US"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  <p:transition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182880"/>
            <a:ext cx="5487035" cy="76263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066800"/>
            <a:ext cx="5487035" cy="3018155"/>
          </a:xfrm>
        </p:spPr>
        <p:txBody>
          <a:bodyPr/>
          <a:lstStyle/>
          <a:p>
            <a:pPr lvl="0">
              <a:buChar char="•"/>
            </a:pPr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04800" y="4237355"/>
            <a:ext cx="1423035" cy="243840"/>
          </a:xfrm>
        </p:spPr>
        <p:txBody>
          <a:bodyPr/>
          <a:lstStyle/>
          <a:p>
            <a:fld id="{A76116CE-C4A3-4A05-B2D7-7C2E9A889C0F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9/11/26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082800" y="4237355"/>
            <a:ext cx="1931035" cy="243840"/>
          </a:xfr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368800" y="4237355"/>
            <a:ext cx="1423035" cy="243840"/>
          </a:xfrm>
        </p:spPr>
        <p:txBody>
          <a:bodyPr/>
          <a:lstStyle/>
          <a:p>
            <a:fld id="{B1393E5F-521B-4CAD-9D3A-AE923D912DC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6041510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구역 머리글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1542" y="2937934"/>
            <a:ext cx="5181600" cy="908050"/>
          </a:xfrm>
        </p:spPr>
        <p:txBody>
          <a:bodyPr anchor="t"/>
          <a:lstStyle>
            <a:lvl1pPr algn="l">
              <a:defRPr sz="2700" b="1" cap="all"/>
            </a:lvl1pPr>
          </a:lstStyle>
          <a:p>
            <a:pPr lvl="0">
              <a:defRPr lang="ko-KR" altLang="en-US"/>
            </a:pPr>
            <a:r>
              <a:rPr lang="en-US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1542" y="1937809"/>
            <a:ext cx="5181600" cy="1000125"/>
          </a:xfrm>
        </p:spPr>
        <p:txBody>
          <a:bodyPr anchor="b"/>
          <a:lstStyle>
            <a:lvl1pPr marL="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1pPr>
            <a:lvl2pPr marL="30477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2pPr>
            <a:lvl3pPr marL="609539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3pPr>
            <a:lvl4pPr marL="914309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4pPr>
            <a:lvl5pPr marL="1219078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5pPr>
            <a:lvl6pPr marL="1523848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6pPr>
            <a:lvl7pPr marL="1828617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7pPr>
            <a:lvl8pPr marL="2133387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8pPr>
            <a:lvl9pPr marL="2438156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 lang="ko-KR" altLang="en-US"/>
            </a:pPr>
            <a:r>
              <a:rPr lang="en-US"/>
              <a:t>마스터 텍스트 스타일을 편집합니다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 lang="ko-KR" altLang="en-US"/>
            </a:pPr>
            <a:fld id="{A76116CE-C4A3-4A05-B2D7-7C2E9A889C0F}" type="datetime1">
              <a:rPr lang="en-US">
                <a:solidFill>
                  <a:prstClr val="black">
                    <a:tint val="75000"/>
                  </a:prstClr>
                </a:solidFill>
              </a:rPr>
              <a:pPr lvl="0">
                <a:defRPr lang="ko-KR" altLang="en-US"/>
              </a:pPr>
              <a:t>9/11/26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 lang="ko-KR" altLang="en-US"/>
            </a:pPr>
            <a:endParaRPr lang="ko-K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 lang="ko-KR" altLang="en-US"/>
            </a:pPr>
            <a:fld id="{B1393E5F-521B-4CAD-9D3A-AE923D912DCE}" type="slidenum">
              <a:rPr lang="en-US">
                <a:solidFill>
                  <a:prstClr val="black">
                    <a:tint val="75000"/>
                  </a:prstClr>
                </a:solidFill>
              </a:rPr>
              <a:pPr lvl="0">
                <a:defRPr lang="ko-KR" altLang="en-US"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  <p:transition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내용 2개" type="twoObj" preserve="1">
  <p:cSld name="제목 및 내용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 lang="ko-KR" altLang="en-US"/>
            </a:pPr>
            <a:r>
              <a:rPr lang="en-US"/>
              <a:t>마스터 제목 스타일 편집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04800" y="1066800"/>
            <a:ext cx="2692400" cy="3017309"/>
          </a:xfrm>
        </p:spPr>
        <p:txBody>
          <a:bodyPr/>
          <a:lstStyle>
            <a:lvl1pPr>
              <a:defRPr sz="1900"/>
            </a:lvl1pPr>
            <a:lvl2pPr>
              <a:defRPr sz="1600"/>
            </a:lvl2pPr>
            <a:lvl3pPr>
              <a:defRPr sz="13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>
              <a:defRPr lang="ko-KR" altLang="en-US"/>
            </a:pPr>
            <a:r>
              <a:rPr lang="en-US"/>
              <a:t>마스터 텍스트 스타일을 편집합니다</a:t>
            </a:r>
          </a:p>
          <a:p>
            <a:pPr lvl="1">
              <a:defRPr lang="ko-KR" altLang="en-US"/>
            </a:pPr>
            <a:r>
              <a:rPr lang="en-US"/>
              <a:t>둘째 수준</a:t>
            </a:r>
          </a:p>
          <a:p>
            <a:pPr lvl="2">
              <a:defRPr lang="ko-KR" altLang="en-US"/>
            </a:pPr>
            <a:r>
              <a:rPr lang="en-US"/>
              <a:t>셋째 수준</a:t>
            </a:r>
          </a:p>
          <a:p>
            <a:pPr lvl="3">
              <a:defRPr lang="ko-KR" altLang="en-US"/>
            </a:pPr>
            <a:r>
              <a:rPr lang="en-US"/>
              <a:t>넷째 수준</a:t>
            </a:r>
          </a:p>
          <a:p>
            <a:pPr lvl="4">
              <a:defRPr lang="ko-KR" altLang="en-US"/>
            </a:pPr>
            <a:r>
              <a:rPr lang="en-US"/>
              <a:t>다섯째 수준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98800" y="1066800"/>
            <a:ext cx="2692400" cy="3017309"/>
          </a:xfrm>
        </p:spPr>
        <p:txBody>
          <a:bodyPr/>
          <a:lstStyle>
            <a:lvl1pPr>
              <a:defRPr sz="1900"/>
            </a:lvl1pPr>
            <a:lvl2pPr>
              <a:defRPr sz="1600"/>
            </a:lvl2pPr>
            <a:lvl3pPr>
              <a:defRPr sz="13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>
              <a:defRPr lang="ko-KR" altLang="en-US"/>
            </a:pPr>
            <a:r>
              <a:rPr lang="en-US"/>
              <a:t>마스터 텍스트 스타일을 편집합니다</a:t>
            </a:r>
          </a:p>
          <a:p>
            <a:pPr lvl="1">
              <a:defRPr lang="ko-KR" altLang="en-US"/>
            </a:pPr>
            <a:r>
              <a:rPr lang="en-US"/>
              <a:t>둘째 수준</a:t>
            </a:r>
          </a:p>
          <a:p>
            <a:pPr lvl="2">
              <a:defRPr lang="ko-KR" altLang="en-US"/>
            </a:pPr>
            <a:r>
              <a:rPr lang="en-US"/>
              <a:t>셋째 수준</a:t>
            </a:r>
          </a:p>
          <a:p>
            <a:pPr lvl="3">
              <a:defRPr lang="ko-KR" altLang="en-US"/>
            </a:pPr>
            <a:r>
              <a:rPr lang="en-US"/>
              <a:t>넷째 수준</a:t>
            </a:r>
          </a:p>
          <a:p>
            <a:pPr lvl="4">
              <a:defRPr lang="ko-KR" altLang="en-US"/>
            </a:pPr>
            <a:r>
              <a:rPr lang="en-US"/>
              <a:t>다섯째 수준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 lang="ko-KR" altLang="en-US"/>
            </a:pPr>
            <a:fld id="{A76116CE-C4A3-4A05-B2D7-7C2E9A889C0F}" type="datetime1">
              <a:rPr lang="en-US">
                <a:solidFill>
                  <a:prstClr val="black">
                    <a:tint val="75000"/>
                  </a:prstClr>
                </a:solidFill>
              </a:rPr>
              <a:pPr lvl="0">
                <a:defRPr lang="ko-KR" altLang="en-US"/>
              </a:pPr>
              <a:t>9/11/26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 lang="ko-KR" altLang="en-US"/>
            </a:pPr>
            <a:endParaRPr lang="ko-K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 lang="ko-KR" altLang="en-US"/>
            </a:pPr>
            <a:fld id="{B1393E5F-521B-4CAD-9D3A-AE923D912DCE}" type="slidenum">
              <a:rPr lang="en-US">
                <a:solidFill>
                  <a:prstClr val="black">
                    <a:tint val="75000"/>
                  </a:prstClr>
                </a:solidFill>
              </a:rPr>
              <a:pPr lvl="0">
                <a:defRPr lang="ko-KR" altLang="en-US"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  <p:transition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비교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>
              <a:defRPr lang="ko-KR" altLang="en-US"/>
            </a:pPr>
            <a:r>
              <a:rPr lang="en-US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4800" y="1023409"/>
            <a:ext cx="2693459" cy="426508"/>
          </a:xfrm>
        </p:spPr>
        <p:txBody>
          <a:bodyPr anchor="b"/>
          <a:lstStyle>
            <a:lvl1pPr marL="0" indent="0">
              <a:buNone/>
              <a:defRPr sz="1600" b="1"/>
            </a:lvl1pPr>
            <a:lvl2pPr marL="304770" indent="0">
              <a:buNone/>
              <a:defRPr sz="1300" b="1"/>
            </a:lvl2pPr>
            <a:lvl3pPr marL="609539" indent="0">
              <a:buNone/>
              <a:defRPr sz="1200" b="1"/>
            </a:lvl3pPr>
            <a:lvl4pPr marL="914309" indent="0">
              <a:buNone/>
              <a:defRPr sz="1100" b="1"/>
            </a:lvl4pPr>
            <a:lvl5pPr marL="1219078" indent="0">
              <a:buNone/>
              <a:defRPr sz="1100" b="1"/>
            </a:lvl5pPr>
            <a:lvl6pPr marL="1523848" indent="0">
              <a:buNone/>
              <a:defRPr sz="1100" b="1"/>
            </a:lvl6pPr>
            <a:lvl7pPr marL="1828617" indent="0">
              <a:buNone/>
              <a:defRPr sz="1100" b="1"/>
            </a:lvl7pPr>
            <a:lvl8pPr marL="2133387" indent="0">
              <a:buNone/>
              <a:defRPr sz="1100" b="1"/>
            </a:lvl8pPr>
            <a:lvl9pPr marL="2438156" indent="0">
              <a:buNone/>
              <a:defRPr sz="1100" b="1"/>
            </a:lvl9pPr>
          </a:lstStyle>
          <a:p>
            <a:pPr lvl="0">
              <a:defRPr lang="ko-KR" altLang="en-US"/>
            </a:pPr>
            <a:r>
              <a:rPr lang="en-US"/>
              <a:t>마스터 텍스트 스타일을 편집합니다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4800" y="1449917"/>
            <a:ext cx="2693459" cy="2634192"/>
          </a:xfrm>
        </p:spPr>
        <p:txBody>
          <a:bodyPr/>
          <a:lstStyle>
            <a:lvl1pPr>
              <a:defRPr sz="1600"/>
            </a:lvl1pPr>
            <a:lvl2pPr>
              <a:defRPr sz="13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  <a:lvl6pPr>
              <a:defRPr sz="1100"/>
            </a:lvl6pPr>
            <a:lvl7pPr>
              <a:defRPr sz="1100"/>
            </a:lvl7pPr>
            <a:lvl8pPr>
              <a:defRPr sz="1100"/>
            </a:lvl8pPr>
            <a:lvl9pPr>
              <a:defRPr sz="1100"/>
            </a:lvl9pPr>
          </a:lstStyle>
          <a:p>
            <a:pPr lvl="0">
              <a:defRPr lang="ko-KR" altLang="en-US"/>
            </a:pPr>
            <a:r>
              <a:rPr lang="en-US"/>
              <a:t>마스터 텍스트 스타일을 편집합니다</a:t>
            </a:r>
          </a:p>
          <a:p>
            <a:pPr lvl="1">
              <a:defRPr lang="ko-KR" altLang="en-US"/>
            </a:pPr>
            <a:r>
              <a:rPr lang="en-US"/>
              <a:t>둘째 수준</a:t>
            </a:r>
          </a:p>
          <a:p>
            <a:pPr lvl="2">
              <a:defRPr lang="ko-KR" altLang="en-US"/>
            </a:pPr>
            <a:r>
              <a:rPr lang="en-US"/>
              <a:t>셋째 수준</a:t>
            </a:r>
          </a:p>
          <a:p>
            <a:pPr lvl="3">
              <a:defRPr lang="ko-KR" altLang="en-US"/>
            </a:pPr>
            <a:r>
              <a:rPr lang="en-US"/>
              <a:t>넷째 수준</a:t>
            </a:r>
          </a:p>
          <a:p>
            <a:pPr lvl="4">
              <a:defRPr lang="ko-KR" altLang="en-US"/>
            </a:pPr>
            <a:r>
              <a:rPr lang="en-US"/>
              <a:t>다섯째 수준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096684" y="1023409"/>
            <a:ext cx="2694517" cy="426508"/>
          </a:xfrm>
        </p:spPr>
        <p:txBody>
          <a:bodyPr anchor="b"/>
          <a:lstStyle>
            <a:lvl1pPr marL="0" indent="0">
              <a:buNone/>
              <a:defRPr sz="1600" b="1"/>
            </a:lvl1pPr>
            <a:lvl2pPr marL="304770" indent="0">
              <a:buNone/>
              <a:defRPr sz="1300" b="1"/>
            </a:lvl2pPr>
            <a:lvl3pPr marL="609539" indent="0">
              <a:buNone/>
              <a:defRPr sz="1200" b="1"/>
            </a:lvl3pPr>
            <a:lvl4pPr marL="914309" indent="0">
              <a:buNone/>
              <a:defRPr sz="1100" b="1"/>
            </a:lvl4pPr>
            <a:lvl5pPr marL="1219078" indent="0">
              <a:buNone/>
              <a:defRPr sz="1100" b="1"/>
            </a:lvl5pPr>
            <a:lvl6pPr marL="1523848" indent="0">
              <a:buNone/>
              <a:defRPr sz="1100" b="1"/>
            </a:lvl6pPr>
            <a:lvl7pPr marL="1828617" indent="0">
              <a:buNone/>
              <a:defRPr sz="1100" b="1"/>
            </a:lvl7pPr>
            <a:lvl8pPr marL="2133387" indent="0">
              <a:buNone/>
              <a:defRPr sz="1100" b="1"/>
            </a:lvl8pPr>
            <a:lvl9pPr marL="2438156" indent="0">
              <a:buNone/>
              <a:defRPr sz="1100" b="1"/>
            </a:lvl9pPr>
          </a:lstStyle>
          <a:p>
            <a:pPr lvl="0">
              <a:defRPr lang="ko-KR" altLang="en-US"/>
            </a:pPr>
            <a:r>
              <a:rPr lang="en-US"/>
              <a:t>마스터 텍스트 스타일을 편집합니다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096684" y="1449917"/>
            <a:ext cx="2694517" cy="2634192"/>
          </a:xfrm>
        </p:spPr>
        <p:txBody>
          <a:bodyPr/>
          <a:lstStyle>
            <a:lvl1pPr>
              <a:defRPr sz="1600"/>
            </a:lvl1pPr>
            <a:lvl2pPr>
              <a:defRPr sz="13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  <a:lvl6pPr>
              <a:defRPr sz="1100"/>
            </a:lvl6pPr>
            <a:lvl7pPr>
              <a:defRPr sz="1100"/>
            </a:lvl7pPr>
            <a:lvl8pPr>
              <a:defRPr sz="1100"/>
            </a:lvl8pPr>
            <a:lvl9pPr>
              <a:defRPr sz="1100"/>
            </a:lvl9pPr>
          </a:lstStyle>
          <a:p>
            <a:pPr lvl="0">
              <a:defRPr lang="ko-KR" altLang="en-US"/>
            </a:pPr>
            <a:r>
              <a:rPr lang="en-US"/>
              <a:t>마스터 텍스트 스타일을 편집합니다</a:t>
            </a:r>
          </a:p>
          <a:p>
            <a:pPr lvl="1">
              <a:defRPr lang="ko-KR" altLang="en-US"/>
            </a:pPr>
            <a:r>
              <a:rPr lang="en-US"/>
              <a:t>둘째 수준</a:t>
            </a:r>
          </a:p>
          <a:p>
            <a:pPr lvl="2">
              <a:defRPr lang="ko-KR" altLang="en-US"/>
            </a:pPr>
            <a:r>
              <a:rPr lang="en-US"/>
              <a:t>셋째 수준</a:t>
            </a:r>
          </a:p>
          <a:p>
            <a:pPr lvl="3">
              <a:defRPr lang="ko-KR" altLang="en-US"/>
            </a:pPr>
            <a:r>
              <a:rPr lang="en-US"/>
              <a:t>넷째 수준</a:t>
            </a:r>
          </a:p>
          <a:p>
            <a:pPr lvl="4">
              <a:defRPr lang="ko-KR" altLang="en-US"/>
            </a:pPr>
            <a:r>
              <a:rPr lang="en-US"/>
              <a:t>다섯째 수준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 lang="ko-KR" altLang="en-US"/>
            </a:pPr>
            <a:fld id="{A76116CE-C4A3-4A05-B2D7-7C2E9A889C0F}" type="datetime1">
              <a:rPr lang="en-US">
                <a:solidFill>
                  <a:prstClr val="black">
                    <a:tint val="75000"/>
                  </a:prstClr>
                </a:solidFill>
              </a:rPr>
              <a:pPr lvl="0">
                <a:defRPr lang="ko-KR" altLang="en-US"/>
              </a:pPr>
              <a:t>9/11/26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 lang="ko-KR" altLang="en-US"/>
            </a:pPr>
            <a:endParaRPr lang="ko-K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 lang="ko-KR" altLang="en-US"/>
            </a:pPr>
            <a:fld id="{B1393E5F-521B-4CAD-9D3A-AE923D912DCE}" type="slidenum">
              <a:rPr lang="en-US">
                <a:solidFill>
                  <a:prstClr val="black">
                    <a:tint val="75000"/>
                  </a:prstClr>
                </a:solidFill>
              </a:rPr>
              <a:pPr lvl="0">
                <a:defRPr lang="ko-KR" altLang="en-US"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  <p:transition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만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 lang="ko-KR" altLang="en-US"/>
            </a:pPr>
            <a:r>
              <a:rPr lang="en-US"/>
              <a:t>마스터 제목 스타일 편집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 lang="ko-KR" altLang="en-US"/>
            </a:pPr>
            <a:fld id="{A76116CE-C4A3-4A05-B2D7-7C2E9A889C0F}" type="datetime1">
              <a:rPr lang="en-US">
                <a:solidFill>
                  <a:prstClr val="black">
                    <a:tint val="75000"/>
                  </a:prstClr>
                </a:solidFill>
              </a:rPr>
              <a:pPr lvl="0">
                <a:defRPr lang="ko-KR" altLang="en-US"/>
              </a:pPr>
              <a:t>9/11/26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 lang="ko-KR" altLang="en-US"/>
            </a:pPr>
            <a:endParaRPr lang="ko-K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 lang="ko-KR" altLang="en-US"/>
            </a:pPr>
            <a:fld id="{B1393E5F-521B-4CAD-9D3A-AE923D912DCE}" type="slidenum">
              <a:rPr lang="en-US">
                <a:solidFill>
                  <a:prstClr val="black">
                    <a:tint val="75000"/>
                  </a:prstClr>
                </a:solidFill>
              </a:rPr>
              <a:pPr lvl="0">
                <a:defRPr lang="ko-KR" altLang="en-US"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  <p:transition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빈 화면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 lang="ko-KR" altLang="en-US"/>
            </a:pPr>
            <a:fld id="{A76116CE-C4A3-4A05-B2D7-7C2E9A889C0F}" type="datetime1">
              <a:rPr lang="en-US">
                <a:solidFill>
                  <a:prstClr val="black">
                    <a:tint val="75000"/>
                  </a:prstClr>
                </a:solidFill>
              </a:rPr>
              <a:pPr lvl="0">
                <a:defRPr lang="ko-KR" altLang="en-US"/>
              </a:pPr>
              <a:t>9/11/26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 lang="ko-KR" altLang="en-US"/>
            </a:pPr>
            <a:endParaRPr lang="ko-K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 lang="ko-KR" altLang="en-US"/>
            </a:pPr>
            <a:fld id="{B1393E5F-521B-4CAD-9D3A-AE923D912DCE}" type="slidenum">
              <a:rPr lang="en-US">
                <a:solidFill>
                  <a:prstClr val="black">
                    <a:tint val="75000"/>
                  </a:prstClr>
                </a:solidFill>
              </a:rPr>
              <a:pPr lvl="0">
                <a:defRPr lang="ko-KR" altLang="en-US"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  <p:transition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내용 및 설명" type="objTx" preserve="1">
  <p:cSld name="내용 및 설명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182033"/>
            <a:ext cx="2005542" cy="774700"/>
          </a:xfrm>
        </p:spPr>
        <p:txBody>
          <a:bodyPr anchor="b"/>
          <a:lstStyle>
            <a:lvl1pPr algn="l">
              <a:defRPr sz="1300" b="1"/>
            </a:lvl1pPr>
          </a:lstStyle>
          <a:p>
            <a:pPr lvl="0">
              <a:defRPr lang="ko-KR" altLang="en-US"/>
            </a:pPr>
            <a:r>
              <a:rPr lang="en-US"/>
              <a:t>마스터 제목 스타일 편집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83367" y="182034"/>
            <a:ext cx="3407833" cy="3902075"/>
          </a:xfrm>
        </p:spPr>
        <p:txBody>
          <a:bodyPr/>
          <a:lstStyle>
            <a:lvl1pPr>
              <a:defRPr sz="2100"/>
            </a:lvl1pPr>
            <a:lvl2pPr>
              <a:defRPr sz="1900"/>
            </a:lvl2pPr>
            <a:lvl3pPr>
              <a:defRPr sz="1600"/>
            </a:lvl3pPr>
            <a:lvl4pPr>
              <a:defRPr sz="1300"/>
            </a:lvl4pPr>
            <a:lvl5pPr>
              <a:defRPr sz="1300"/>
            </a:lvl5pPr>
            <a:lvl6pPr>
              <a:defRPr sz="1300"/>
            </a:lvl6pPr>
            <a:lvl7pPr>
              <a:defRPr sz="1300"/>
            </a:lvl7pPr>
            <a:lvl8pPr>
              <a:defRPr sz="1300"/>
            </a:lvl8pPr>
            <a:lvl9pPr>
              <a:defRPr sz="1300"/>
            </a:lvl9pPr>
          </a:lstStyle>
          <a:p>
            <a:pPr lvl="0">
              <a:defRPr lang="ko-KR" altLang="en-US"/>
            </a:pPr>
            <a:r>
              <a:rPr lang="en-US"/>
              <a:t>마스터 텍스트 스타일을 편집합니다</a:t>
            </a:r>
          </a:p>
          <a:p>
            <a:pPr lvl="1">
              <a:defRPr lang="ko-KR" altLang="en-US"/>
            </a:pPr>
            <a:r>
              <a:rPr lang="en-US"/>
              <a:t>둘째 수준</a:t>
            </a:r>
          </a:p>
          <a:p>
            <a:pPr lvl="2">
              <a:defRPr lang="ko-KR" altLang="en-US"/>
            </a:pPr>
            <a:r>
              <a:rPr lang="en-US"/>
              <a:t>셋째 수준</a:t>
            </a:r>
          </a:p>
          <a:p>
            <a:pPr lvl="3">
              <a:defRPr lang="ko-KR" altLang="en-US"/>
            </a:pPr>
            <a:r>
              <a:rPr lang="en-US"/>
              <a:t>넷째 수준</a:t>
            </a:r>
          </a:p>
          <a:p>
            <a:pPr lvl="4">
              <a:defRPr lang="ko-KR" altLang="en-US"/>
            </a:pPr>
            <a:r>
              <a:rPr lang="en-US"/>
              <a:t>다섯째 수준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4800" y="956734"/>
            <a:ext cx="2005542" cy="3127375"/>
          </a:xfrm>
        </p:spPr>
        <p:txBody>
          <a:bodyPr/>
          <a:lstStyle>
            <a:lvl1pPr marL="0" indent="0">
              <a:buNone/>
              <a:defRPr sz="900"/>
            </a:lvl1pPr>
            <a:lvl2pPr marL="304770" indent="0">
              <a:buNone/>
              <a:defRPr sz="800"/>
            </a:lvl2pPr>
            <a:lvl3pPr marL="609539" indent="0">
              <a:buNone/>
              <a:defRPr sz="700"/>
            </a:lvl3pPr>
            <a:lvl4pPr marL="914309" indent="0">
              <a:buNone/>
              <a:defRPr sz="600"/>
            </a:lvl4pPr>
            <a:lvl5pPr marL="1219078" indent="0">
              <a:buNone/>
              <a:defRPr sz="600"/>
            </a:lvl5pPr>
            <a:lvl6pPr marL="1523848" indent="0">
              <a:buNone/>
              <a:defRPr sz="600"/>
            </a:lvl6pPr>
            <a:lvl7pPr marL="1828617" indent="0">
              <a:buNone/>
              <a:defRPr sz="600"/>
            </a:lvl7pPr>
            <a:lvl8pPr marL="2133387" indent="0">
              <a:buNone/>
              <a:defRPr sz="600"/>
            </a:lvl8pPr>
            <a:lvl9pPr marL="2438156" indent="0">
              <a:buNone/>
              <a:defRPr sz="600"/>
            </a:lvl9pPr>
          </a:lstStyle>
          <a:p>
            <a:pPr lvl="0">
              <a:defRPr lang="ko-KR" altLang="en-US"/>
            </a:pPr>
            <a:r>
              <a:rPr lang="en-US"/>
              <a:t>마스터 텍스트 스타일을 편집합니다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 lang="ko-KR" altLang="en-US"/>
            </a:pPr>
            <a:fld id="{A76116CE-C4A3-4A05-B2D7-7C2E9A889C0F}" type="datetime1">
              <a:rPr lang="en-US">
                <a:solidFill>
                  <a:prstClr val="black">
                    <a:tint val="75000"/>
                  </a:prstClr>
                </a:solidFill>
              </a:rPr>
              <a:pPr lvl="0">
                <a:defRPr lang="ko-KR" altLang="en-US"/>
              </a:pPr>
              <a:t>9/11/26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 lang="ko-KR" altLang="en-US"/>
            </a:pPr>
            <a:endParaRPr lang="ko-K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 lang="ko-KR" altLang="en-US"/>
            </a:pPr>
            <a:fld id="{B1393E5F-521B-4CAD-9D3A-AE923D912DCE}" type="slidenum">
              <a:rPr lang="en-US">
                <a:solidFill>
                  <a:prstClr val="black">
                    <a:tint val="75000"/>
                  </a:prstClr>
                </a:solidFill>
              </a:rPr>
              <a:pPr lvl="0">
                <a:defRPr lang="ko-KR" altLang="en-US"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  <p:transition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그림 및 설명" type="picTx" preserve="1">
  <p:cSld name="그림 및 설명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94859" y="3200400"/>
            <a:ext cx="3657600" cy="377825"/>
          </a:xfrm>
        </p:spPr>
        <p:txBody>
          <a:bodyPr anchor="b"/>
          <a:lstStyle>
            <a:lvl1pPr algn="l">
              <a:defRPr sz="1300" b="1"/>
            </a:lvl1pPr>
          </a:lstStyle>
          <a:p>
            <a:pPr lvl="0">
              <a:defRPr lang="ko-KR" altLang="en-US"/>
            </a:pPr>
            <a:r>
              <a:rPr lang="en-US"/>
              <a:t>마스터 제목 스타일 편집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194859" y="408517"/>
            <a:ext cx="3657600" cy="2743200"/>
          </a:xfrm>
        </p:spPr>
        <p:txBody>
          <a:bodyPr/>
          <a:lstStyle>
            <a:lvl1pPr marL="0" indent="0">
              <a:buNone/>
              <a:defRPr sz="2100"/>
            </a:lvl1pPr>
            <a:lvl2pPr marL="304770" indent="0">
              <a:buNone/>
              <a:defRPr sz="1900"/>
            </a:lvl2pPr>
            <a:lvl3pPr marL="609539" indent="0">
              <a:buNone/>
              <a:defRPr sz="1600"/>
            </a:lvl3pPr>
            <a:lvl4pPr marL="914309" indent="0">
              <a:buNone/>
              <a:defRPr sz="1300"/>
            </a:lvl4pPr>
            <a:lvl5pPr marL="1219078" indent="0">
              <a:buNone/>
              <a:defRPr sz="1300"/>
            </a:lvl5pPr>
            <a:lvl6pPr marL="1523848" indent="0">
              <a:buNone/>
              <a:defRPr sz="1300"/>
            </a:lvl6pPr>
            <a:lvl7pPr marL="1828617" indent="0">
              <a:buNone/>
              <a:defRPr sz="1300"/>
            </a:lvl7pPr>
            <a:lvl8pPr marL="2133387" indent="0">
              <a:buNone/>
              <a:defRPr sz="1300"/>
            </a:lvl8pPr>
            <a:lvl9pPr marL="2438156" indent="0">
              <a:buNone/>
              <a:defRPr sz="1300"/>
            </a:lvl9pPr>
          </a:lstStyle>
          <a:p>
            <a:pPr lvl="0">
              <a:defRPr lang="ko-KR" altLang="en-US"/>
            </a:pP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94859" y="3578225"/>
            <a:ext cx="3657600" cy="536575"/>
          </a:xfrm>
        </p:spPr>
        <p:txBody>
          <a:bodyPr/>
          <a:lstStyle>
            <a:lvl1pPr marL="0" indent="0">
              <a:buNone/>
              <a:defRPr sz="900"/>
            </a:lvl1pPr>
            <a:lvl2pPr marL="304770" indent="0">
              <a:buNone/>
              <a:defRPr sz="800"/>
            </a:lvl2pPr>
            <a:lvl3pPr marL="609539" indent="0">
              <a:buNone/>
              <a:defRPr sz="700"/>
            </a:lvl3pPr>
            <a:lvl4pPr marL="914309" indent="0">
              <a:buNone/>
              <a:defRPr sz="600"/>
            </a:lvl4pPr>
            <a:lvl5pPr marL="1219078" indent="0">
              <a:buNone/>
              <a:defRPr sz="600"/>
            </a:lvl5pPr>
            <a:lvl6pPr marL="1523848" indent="0">
              <a:buNone/>
              <a:defRPr sz="600"/>
            </a:lvl6pPr>
            <a:lvl7pPr marL="1828617" indent="0">
              <a:buNone/>
              <a:defRPr sz="600"/>
            </a:lvl7pPr>
            <a:lvl8pPr marL="2133387" indent="0">
              <a:buNone/>
              <a:defRPr sz="600"/>
            </a:lvl8pPr>
            <a:lvl9pPr marL="2438156" indent="0">
              <a:buNone/>
              <a:defRPr sz="600"/>
            </a:lvl9pPr>
          </a:lstStyle>
          <a:p>
            <a:pPr lvl="0">
              <a:defRPr lang="ko-KR" altLang="en-US"/>
            </a:pPr>
            <a:r>
              <a:rPr lang="en-US"/>
              <a:t>마스터 텍스트 스타일을 편집합니다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 lang="ko-KR" altLang="en-US"/>
            </a:pPr>
            <a:fld id="{A76116CE-C4A3-4A05-B2D7-7C2E9A889C0F}" type="datetime1">
              <a:rPr lang="en-US">
                <a:solidFill>
                  <a:prstClr val="black">
                    <a:tint val="75000"/>
                  </a:prstClr>
                </a:solidFill>
              </a:rPr>
              <a:pPr lvl="0">
                <a:defRPr lang="ko-KR" altLang="en-US"/>
              </a:pPr>
              <a:t>9/11/26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 lang="ko-KR" altLang="en-US"/>
            </a:pPr>
            <a:endParaRPr lang="ko-K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 lang="ko-KR" altLang="en-US"/>
            </a:pPr>
            <a:fld id="{B1393E5F-521B-4CAD-9D3A-AE923D912DCE}" type="slidenum">
              <a:rPr lang="en-US">
                <a:solidFill>
                  <a:prstClr val="black">
                    <a:tint val="75000"/>
                  </a:prstClr>
                </a:solidFill>
              </a:rPr>
              <a:pPr lvl="0">
                <a:defRPr lang="ko-KR" altLang="en-US"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  <p:transition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세로 본문" type="vertTx" preserve="1">
  <p:cSld name="제목 및 세로 본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 lang="ko-KR" altLang="en-US"/>
            </a:pPr>
            <a:r>
              <a:rPr lang="en-US"/>
              <a:t>마스터 제목 스타일 편집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>
              <a:defRPr lang="ko-KR" altLang="en-US"/>
            </a:pPr>
            <a:r>
              <a:rPr lang="en-US"/>
              <a:t>마스터 텍스트 스타일을 편집합니다</a:t>
            </a:r>
          </a:p>
          <a:p>
            <a:pPr lvl="1">
              <a:defRPr lang="ko-KR" altLang="en-US"/>
            </a:pPr>
            <a:r>
              <a:rPr lang="en-US"/>
              <a:t>둘째 수준</a:t>
            </a:r>
          </a:p>
          <a:p>
            <a:pPr lvl="2">
              <a:defRPr lang="ko-KR" altLang="en-US"/>
            </a:pPr>
            <a:r>
              <a:rPr lang="en-US"/>
              <a:t>셋째 수준</a:t>
            </a:r>
          </a:p>
          <a:p>
            <a:pPr lvl="3">
              <a:defRPr lang="ko-KR" altLang="en-US"/>
            </a:pPr>
            <a:r>
              <a:rPr lang="en-US"/>
              <a:t>넷째 수준</a:t>
            </a:r>
          </a:p>
          <a:p>
            <a:pPr lvl="4">
              <a:defRPr lang="ko-KR" altLang="en-US"/>
            </a:pPr>
            <a:r>
              <a:rPr lang="en-US"/>
              <a:t>다섯째 수준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 lang="ko-KR" altLang="en-US"/>
            </a:pPr>
            <a:fld id="{A76116CE-C4A3-4A05-B2D7-7C2E9A889C0F}" type="datetime1">
              <a:rPr lang="en-US">
                <a:solidFill>
                  <a:prstClr val="black">
                    <a:tint val="75000"/>
                  </a:prstClr>
                </a:solidFill>
              </a:rPr>
              <a:pPr lvl="0">
                <a:defRPr lang="ko-KR" altLang="en-US"/>
              </a:pPr>
              <a:t>9/11/26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 lang="ko-KR" altLang="en-US"/>
            </a:pPr>
            <a:endParaRPr lang="ko-K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 lang="ko-KR" altLang="en-US"/>
            </a:pPr>
            <a:fld id="{B1393E5F-521B-4CAD-9D3A-AE923D912DCE}" type="slidenum">
              <a:rPr lang="en-US">
                <a:solidFill>
                  <a:prstClr val="black">
                    <a:tint val="75000"/>
                  </a:prstClr>
                </a:solidFill>
              </a:rPr>
              <a:pPr lvl="0">
                <a:defRPr lang="ko-KR" altLang="en-US"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  <p:transition/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세로 제목 및 본문" type="vertTitleAndTx" preserve="1">
  <p:cSld name="세로 제목 및 본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419600" y="183092"/>
            <a:ext cx="1371600" cy="3901017"/>
          </a:xfrm>
        </p:spPr>
        <p:txBody>
          <a:bodyPr vert="eaVert"/>
          <a:lstStyle/>
          <a:p>
            <a:pPr lvl="0">
              <a:defRPr lang="ko-KR" altLang="en-US"/>
            </a:pPr>
            <a:r>
              <a:rPr lang="en-US"/>
              <a:t>마스터 제목 스타일 편집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04800" y="183092"/>
            <a:ext cx="4013200" cy="3901017"/>
          </a:xfrm>
        </p:spPr>
        <p:txBody>
          <a:bodyPr vert="eaVert"/>
          <a:lstStyle/>
          <a:p>
            <a:pPr lvl="0">
              <a:defRPr lang="ko-KR" altLang="en-US"/>
            </a:pPr>
            <a:r>
              <a:rPr lang="en-US"/>
              <a:t>마스터 텍스트 스타일을 편집합니다</a:t>
            </a:r>
          </a:p>
          <a:p>
            <a:pPr lvl="1">
              <a:defRPr lang="ko-KR" altLang="en-US"/>
            </a:pPr>
            <a:r>
              <a:rPr lang="en-US"/>
              <a:t>둘째 수준</a:t>
            </a:r>
          </a:p>
          <a:p>
            <a:pPr lvl="2">
              <a:defRPr lang="ko-KR" altLang="en-US"/>
            </a:pPr>
            <a:r>
              <a:rPr lang="en-US"/>
              <a:t>셋째 수준</a:t>
            </a:r>
          </a:p>
          <a:p>
            <a:pPr lvl="3">
              <a:defRPr lang="ko-KR" altLang="en-US"/>
            </a:pPr>
            <a:r>
              <a:rPr lang="en-US"/>
              <a:t>넷째 수준</a:t>
            </a:r>
          </a:p>
          <a:p>
            <a:pPr lvl="4">
              <a:defRPr lang="ko-KR" altLang="en-US"/>
            </a:pPr>
            <a:r>
              <a:rPr lang="en-US"/>
              <a:t>다섯째 수준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 lang="ko-KR" altLang="en-US"/>
            </a:pPr>
            <a:fld id="{A76116CE-C4A3-4A05-B2D7-7C2E9A889C0F}" type="datetime1">
              <a:rPr lang="en-US">
                <a:solidFill>
                  <a:prstClr val="black">
                    <a:tint val="75000"/>
                  </a:prstClr>
                </a:solidFill>
              </a:rPr>
              <a:pPr lvl="0">
                <a:defRPr lang="ko-KR" altLang="en-US"/>
              </a:pPr>
              <a:t>9/11/26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 lang="ko-KR" altLang="en-US"/>
            </a:pPr>
            <a:endParaRPr lang="ko-K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 lang="ko-KR" altLang="en-US"/>
            </a:pPr>
            <a:fld id="{B1393E5F-521B-4CAD-9D3A-AE923D912DCE}" type="slidenum">
              <a:rPr lang="en-US">
                <a:solidFill>
                  <a:prstClr val="black">
                    <a:tint val="75000"/>
                  </a:prstClr>
                </a:solidFill>
              </a:rPr>
              <a:pPr lvl="0">
                <a:defRPr lang="ko-KR" altLang="en-US"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  <p:transition/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ctrTitle"/>
          </p:nvPr>
        </p:nvSpPr>
        <p:spPr>
          <a:xfrm>
            <a:off x="457200" y="1420495"/>
            <a:ext cx="5182235" cy="980440"/>
          </a:xfrm>
          <a:prstGeom prst="rect">
            <a:avLst/>
          </a:prstGeom>
        </p:spPr>
        <p:txBody>
          <a:bodyPr vert="horz" wrap="square" lIns="60960" tIns="30480" rIns="60960" bIns="30480" anchor="ctr">
            <a:normAutofit/>
          </a:bodyPr>
          <a:lstStyle/>
          <a:p>
            <a:pPr marL="0" indent="0" latinLnBrk="0">
              <a:buFontTx/>
              <a:buNone/>
            </a:pPr>
            <a:r>
              <a:rPr>
                <a:latin typeface="나눔고딕" charset="0"/>
                <a:ea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subTitle"/>
          </p:nvPr>
        </p:nvSpPr>
        <p:spPr>
          <a:xfrm>
            <a:off x="914400" y="2590800"/>
            <a:ext cx="4267835" cy="1169035"/>
          </a:xfrm>
          <a:prstGeom prst="rect">
            <a:avLst/>
          </a:prstGeom>
        </p:spPr>
        <p:txBody>
          <a:bodyPr vert="horz" wrap="square" lIns="60960" tIns="30480" rIns="60960" bIns="30480" anchor="t">
            <a:normAutofit/>
          </a:bodyPr>
          <a:lstStyle/>
          <a:p>
            <a:pPr marL="0" indent="0" latinLnBrk="0">
              <a:buFontTx/>
              <a:buNone/>
            </a:pPr>
            <a:r>
              <a:rPr>
                <a:latin typeface="나눔고딕" charset="0"/>
                <a:ea typeface="나눔고딕" charset="0"/>
              </a:rPr>
              <a:t>Click to edit Master subtitle style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dt"/>
          </p:nvPr>
        </p:nvSpPr>
        <p:spPr>
          <a:xfrm>
            <a:off x="304800" y="4237355"/>
            <a:ext cx="1423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datetime1">
              <a:rPr lang="en-US" altLang="ko-KR">
                <a:solidFill>
                  <a:srgbClr val="000000">
                    <a:tint val="75000"/>
                  </a:srgbClr>
                </a:solidFill>
                <a:latin typeface="나눔고딕" charset="0"/>
                <a:ea typeface="나눔고딕" charset="0"/>
              </a:rPr>
              <a:t>9/11/26</a:t>
            </a:fld>
            <a:endParaRPr lang="en-US" altLang="ko-KR">
              <a:solidFill>
                <a:srgbClr val="000000">
                  <a:tint val="75000"/>
                </a:srgbClr>
              </a:solidFill>
              <a:latin typeface="나눔고딕" charset="0"/>
              <a:ea typeface="나눔고딕" charset="0"/>
            </a:endParaRPr>
          </a:p>
        </p:txBody>
      </p:sp>
      <p:sp>
        <p:nvSpPr>
          <p:cNvPr id="5" name="Rect 0"/>
          <p:cNvSpPr txBox="1">
            <a:spLocks noGrp="1"/>
          </p:cNvSpPr>
          <p:nvPr>
            <p:ph type="ftr"/>
          </p:nvPr>
        </p:nvSpPr>
        <p:spPr>
          <a:xfrm>
            <a:off x="2082800" y="4237355"/>
            <a:ext cx="1931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endParaRPr/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>
            <a:off x="4368800" y="4237355"/>
            <a:ext cx="1423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slidenum">
              <a:rPr>
                <a:solidFill>
                  <a:srgbClr val="000000">
                    <a:tint val="75000"/>
                  </a:srgbClr>
                </a:solidFill>
                <a:latin typeface="나눔고딕" charset="0"/>
                <a:ea typeface="나눔고딕" charset="0"/>
              </a:rPr>
              <a:t>‹#›</a:t>
            </a:fld>
            <a:endParaRPr>
              <a:solidFill>
                <a:srgbClr val="000000">
                  <a:tint val="75000"/>
                </a:srgbClr>
              </a:solidFill>
              <a:latin typeface="나눔고딕" charset="0"/>
              <a:ea typeface="나눔고딕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>
            <a:off x="304800" y="182880"/>
            <a:ext cx="5487670" cy="763270"/>
          </a:xfrm>
          <a:prstGeom prst="rect">
            <a:avLst/>
          </a:prstGeom>
        </p:spPr>
        <p:txBody>
          <a:bodyPr vert="horz" wrap="square" lIns="60960" tIns="30480" rIns="60960" bIns="30480" anchor="ctr">
            <a:normAutofit/>
          </a:bodyPr>
          <a:lstStyle/>
          <a:p>
            <a:pPr marL="0" indent="0" latinLnBrk="0">
              <a:buFontTx/>
              <a:buNone/>
            </a:pPr>
            <a:r>
              <a:rPr>
                <a:latin typeface="나눔고딕" charset="0"/>
                <a:ea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/>
          </p:nvPr>
        </p:nvSpPr>
        <p:spPr>
          <a:xfrm>
            <a:off x="304800" y="1066800"/>
            <a:ext cx="5487670" cy="3018790"/>
          </a:xfrm>
          <a:prstGeom prst="rect">
            <a:avLst/>
          </a:prstGeom>
        </p:spPr>
        <p:txBody>
          <a:bodyPr vert="horz" wrap="square" lIns="60960" tIns="30480" rIns="60960" bIns="30480" anchor="t">
            <a:normAutofit/>
          </a:bodyPr>
          <a:lstStyle/>
          <a:p>
            <a:pPr marL="228600" indent="-228600" latinLnBrk="0"/>
            <a:r>
              <a:rPr>
                <a:latin typeface="나눔고딕" charset="0"/>
                <a:ea typeface="나눔고딕" charset="0"/>
              </a:rPr>
              <a:t>Click to edit Master text styles</a:t>
            </a:r>
          </a:p>
          <a:p>
            <a:pPr marL="494665" indent="-190500" latinLnBrk="0"/>
            <a:r>
              <a:rPr>
                <a:latin typeface="나눔고딕" charset="0"/>
                <a:ea typeface="나눔고딕" charset="0"/>
              </a:rPr>
              <a:t>Second level</a:t>
            </a:r>
          </a:p>
          <a:p>
            <a:pPr marL="761365" indent="-152400" latinLnBrk="0"/>
            <a:r>
              <a:rPr>
                <a:latin typeface="나눔고딕" charset="0"/>
                <a:ea typeface="나눔고딕" charset="0"/>
              </a:rPr>
              <a:t>Third level</a:t>
            </a:r>
          </a:p>
          <a:p>
            <a:pPr marL="1066165" indent="-152400" latinLnBrk="0"/>
            <a:r>
              <a:rPr>
                <a:latin typeface="나눔고딕" charset="0"/>
                <a:ea typeface="나눔고딕" charset="0"/>
              </a:rPr>
              <a:t>Fourth level</a:t>
            </a:r>
          </a:p>
          <a:p>
            <a:pPr marL="1370330" indent="-152400" latinLnBrk="0"/>
            <a:r>
              <a:rPr>
                <a:latin typeface="나눔고딕" charset="0"/>
                <a:ea typeface="나눔고딕" charset="0"/>
              </a:rPr>
              <a:t>Fifth level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dt"/>
          </p:nvPr>
        </p:nvSpPr>
        <p:spPr>
          <a:xfrm>
            <a:off x="304800" y="4237355"/>
            <a:ext cx="1423670" cy="244475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datetime1">
              <a:rPr lang="en-US" altLang="ko-KR">
                <a:solidFill>
                  <a:srgbClr val="000000">
                    <a:tint val="75000"/>
                  </a:srgbClr>
                </a:solidFill>
                <a:latin typeface="나눔고딕" charset="0"/>
                <a:ea typeface="나눔고딕" charset="0"/>
              </a:rPr>
              <a:t>9/11/26</a:t>
            </a:fld>
            <a:endParaRPr lang="en-US" altLang="ko-KR">
              <a:solidFill>
                <a:srgbClr val="000000">
                  <a:tint val="75000"/>
                </a:srgbClr>
              </a:solidFill>
              <a:latin typeface="나눔고딕" charset="0"/>
              <a:ea typeface="나눔고딕" charset="0"/>
            </a:endParaRPr>
          </a:p>
        </p:txBody>
      </p:sp>
      <p:sp>
        <p:nvSpPr>
          <p:cNvPr id="5" name="Rect 0"/>
          <p:cNvSpPr txBox="1">
            <a:spLocks noGrp="1"/>
          </p:cNvSpPr>
          <p:nvPr>
            <p:ph type="ftr"/>
          </p:nvPr>
        </p:nvSpPr>
        <p:spPr>
          <a:xfrm>
            <a:off x="2082800" y="4237355"/>
            <a:ext cx="1931669" cy="244475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endParaRPr/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>
            <a:off x="4368800" y="4237355"/>
            <a:ext cx="1423670" cy="244475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slidenum">
              <a:rPr>
                <a:solidFill>
                  <a:srgbClr val="000000">
                    <a:tint val="75000"/>
                  </a:srgbClr>
                </a:solidFill>
                <a:latin typeface="나눔고딕" charset="0"/>
                <a:ea typeface="나눔고딕" charset="0"/>
              </a:rPr>
              <a:t>‹#›</a:t>
            </a:fld>
            <a:endParaRPr>
              <a:solidFill>
                <a:srgbClr val="000000">
                  <a:tint val="75000"/>
                </a:srgbClr>
              </a:solidFill>
              <a:latin typeface="나눔고딕" charset="0"/>
              <a:ea typeface="나눔고딕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>
            <a:off x="481330" y="2938145"/>
            <a:ext cx="5182235" cy="908685"/>
          </a:xfrm>
          <a:prstGeom prst="rect">
            <a:avLst/>
          </a:prstGeom>
        </p:spPr>
        <p:txBody>
          <a:bodyPr vert="horz" wrap="square" lIns="60960" tIns="30480" rIns="60960" bIns="30480" anchor="t">
            <a:normAutofit/>
          </a:bodyPr>
          <a:lstStyle/>
          <a:p>
            <a:pPr marL="0" indent="0" latinLnBrk="0">
              <a:buFontTx/>
              <a:buNone/>
            </a:pPr>
            <a:r>
              <a:rPr>
                <a:latin typeface="나눔고딕" charset="0"/>
                <a:ea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body"/>
          </p:nvPr>
        </p:nvSpPr>
        <p:spPr>
          <a:xfrm>
            <a:off x="481330" y="1938020"/>
            <a:ext cx="5182235" cy="1000760"/>
          </a:xfrm>
          <a:prstGeom prst="rect">
            <a:avLst/>
          </a:prstGeom>
        </p:spPr>
        <p:txBody>
          <a:bodyPr vert="horz" wrap="square" lIns="60960" tIns="30480" rIns="60960" bIns="30480" anchor="b">
            <a:normAutofit/>
          </a:bodyPr>
          <a:lstStyle/>
          <a:p>
            <a:pPr marL="0" indent="0" latinLnBrk="0">
              <a:buFontTx/>
              <a:buNone/>
            </a:pPr>
            <a:r>
              <a:rPr>
                <a:latin typeface="나눔고딕" charset="0"/>
                <a:ea typeface="나눔고딕" charset="0"/>
              </a:rPr>
              <a:t>Click to edit Master text styles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dt"/>
          </p:nvPr>
        </p:nvSpPr>
        <p:spPr>
          <a:xfrm>
            <a:off x="304800" y="4237355"/>
            <a:ext cx="1423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datetime1">
              <a:rPr lang="en-US" altLang="ko-KR">
                <a:solidFill>
                  <a:srgbClr val="000000">
                    <a:tint val="75000"/>
                  </a:srgbClr>
                </a:solidFill>
                <a:latin typeface="나눔고딕" charset="0"/>
                <a:ea typeface="나눔고딕" charset="0"/>
              </a:rPr>
              <a:t>9/11/26</a:t>
            </a:fld>
            <a:endParaRPr lang="en-US" altLang="ko-KR">
              <a:solidFill>
                <a:srgbClr val="000000">
                  <a:tint val="75000"/>
                </a:srgbClr>
              </a:solidFill>
              <a:latin typeface="나눔고딕" charset="0"/>
              <a:ea typeface="나눔고딕" charset="0"/>
            </a:endParaRPr>
          </a:p>
        </p:txBody>
      </p:sp>
      <p:sp>
        <p:nvSpPr>
          <p:cNvPr id="5" name="Rect 0"/>
          <p:cNvSpPr txBox="1">
            <a:spLocks noGrp="1"/>
          </p:cNvSpPr>
          <p:nvPr>
            <p:ph type="ftr"/>
          </p:nvPr>
        </p:nvSpPr>
        <p:spPr>
          <a:xfrm>
            <a:off x="2082800" y="4237355"/>
            <a:ext cx="1931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endParaRPr/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>
            <a:off x="4368800" y="4237355"/>
            <a:ext cx="1423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slidenum">
              <a:rPr>
                <a:solidFill>
                  <a:srgbClr val="000000">
                    <a:tint val="75000"/>
                  </a:srgbClr>
                </a:solidFill>
                <a:latin typeface="나눔고딕" charset="0"/>
                <a:ea typeface="나눔고딕" charset="0"/>
              </a:rPr>
              <a:t>‹#›</a:t>
            </a:fld>
            <a:endParaRPr>
              <a:solidFill>
                <a:srgbClr val="000000">
                  <a:tint val="75000"/>
                </a:srgbClr>
              </a:solidFill>
              <a:latin typeface="나눔고딕" charset="0"/>
              <a:ea typeface="나눔고딕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>
            <a:off x="304800" y="182880"/>
            <a:ext cx="5487035" cy="762635"/>
          </a:xfrm>
          <a:prstGeom prst="rect">
            <a:avLst/>
          </a:prstGeom>
        </p:spPr>
        <p:txBody>
          <a:bodyPr vert="horz" wrap="square" lIns="60960" tIns="30480" rIns="60960" bIns="30480" anchor="ctr">
            <a:normAutofit/>
          </a:bodyPr>
          <a:lstStyle/>
          <a:p>
            <a:pPr marL="0" indent="0" latinLnBrk="0">
              <a:buFontTx/>
              <a:buNone/>
            </a:pPr>
            <a:r>
              <a:rPr>
                <a:latin typeface="나눔고딕" charset="0"/>
                <a:ea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/>
          </p:nvPr>
        </p:nvSpPr>
        <p:spPr>
          <a:xfrm>
            <a:off x="304800" y="1066800"/>
            <a:ext cx="2693035" cy="3018155"/>
          </a:xfrm>
          <a:prstGeom prst="rect">
            <a:avLst/>
          </a:prstGeom>
        </p:spPr>
        <p:txBody>
          <a:bodyPr vert="horz" wrap="square" lIns="60960" tIns="30480" rIns="60960" bIns="30480" anchor="t">
            <a:normAutofit/>
          </a:bodyPr>
          <a:lstStyle/>
          <a:p>
            <a:pPr marL="228600" indent="-228600" latinLnBrk="0"/>
            <a:r>
              <a:rPr>
                <a:latin typeface="나눔고딕" charset="0"/>
                <a:ea typeface="나눔고딕" charset="0"/>
              </a:rPr>
              <a:t>Click to edit Master text styles</a:t>
            </a:r>
          </a:p>
          <a:p>
            <a:pPr marL="494665" indent="-190500" latinLnBrk="0"/>
            <a:r>
              <a:rPr>
                <a:latin typeface="나눔고딕" charset="0"/>
                <a:ea typeface="나눔고딕" charset="0"/>
              </a:rPr>
              <a:t>Second level</a:t>
            </a:r>
          </a:p>
          <a:p>
            <a:pPr marL="761365" indent="-152400" latinLnBrk="0"/>
            <a:r>
              <a:rPr>
                <a:latin typeface="나눔고딕" charset="0"/>
                <a:ea typeface="나눔고딕" charset="0"/>
              </a:rPr>
              <a:t>Third level</a:t>
            </a:r>
          </a:p>
          <a:p>
            <a:pPr marL="1066165" indent="-152400" latinLnBrk="0"/>
            <a:r>
              <a:rPr>
                <a:latin typeface="나눔고딕" charset="0"/>
                <a:ea typeface="나눔고딕" charset="0"/>
              </a:rPr>
              <a:t>Fourth level</a:t>
            </a:r>
          </a:p>
          <a:p>
            <a:pPr marL="1370330" indent="-152400" latinLnBrk="0"/>
            <a:r>
              <a:rPr>
                <a:latin typeface="나눔고딕" charset="0"/>
                <a:ea typeface="나눔고딕" charset="0"/>
              </a:rPr>
              <a:t>Fifth level</a:t>
            </a:r>
          </a:p>
        </p:txBody>
      </p:sp>
      <p:sp>
        <p:nvSpPr>
          <p:cNvPr id="4" name="Rect 0"/>
          <p:cNvSpPr txBox="1">
            <a:spLocks noGrp="1"/>
          </p:cNvSpPr>
          <p:nvPr>
            <p:ph/>
          </p:nvPr>
        </p:nvSpPr>
        <p:spPr>
          <a:xfrm>
            <a:off x="3098800" y="1066800"/>
            <a:ext cx="2693035" cy="3018155"/>
          </a:xfrm>
          <a:prstGeom prst="rect">
            <a:avLst/>
          </a:prstGeom>
        </p:spPr>
        <p:txBody>
          <a:bodyPr vert="horz" wrap="square" lIns="60960" tIns="30480" rIns="60960" bIns="30480" anchor="t">
            <a:normAutofit/>
          </a:bodyPr>
          <a:lstStyle/>
          <a:p>
            <a:pPr marL="228600" indent="-228600" latinLnBrk="0"/>
            <a:r>
              <a:rPr>
                <a:latin typeface="나눔고딕" charset="0"/>
                <a:ea typeface="나눔고딕" charset="0"/>
              </a:rPr>
              <a:t>Click to edit Master text styles</a:t>
            </a:r>
          </a:p>
          <a:p>
            <a:pPr marL="494665" indent="-190500" latinLnBrk="0"/>
            <a:r>
              <a:rPr>
                <a:latin typeface="나눔고딕" charset="0"/>
                <a:ea typeface="나눔고딕" charset="0"/>
              </a:rPr>
              <a:t>Second level</a:t>
            </a:r>
          </a:p>
          <a:p>
            <a:pPr marL="761365" indent="-152400" latinLnBrk="0"/>
            <a:r>
              <a:rPr>
                <a:latin typeface="나눔고딕" charset="0"/>
                <a:ea typeface="나눔고딕" charset="0"/>
              </a:rPr>
              <a:t>Third level</a:t>
            </a:r>
          </a:p>
          <a:p>
            <a:pPr marL="1066165" indent="-152400" latinLnBrk="0"/>
            <a:r>
              <a:rPr>
                <a:latin typeface="나눔고딕" charset="0"/>
                <a:ea typeface="나눔고딕" charset="0"/>
              </a:rPr>
              <a:t>Fourth level</a:t>
            </a:r>
          </a:p>
          <a:p>
            <a:pPr marL="1370330" indent="-152400" latinLnBrk="0"/>
            <a:r>
              <a:rPr>
                <a:latin typeface="나눔고딕" charset="0"/>
                <a:ea typeface="나눔고딕" charset="0"/>
              </a:rPr>
              <a:t>Fifth level</a:t>
            </a:r>
          </a:p>
        </p:txBody>
      </p:sp>
      <p:sp>
        <p:nvSpPr>
          <p:cNvPr id="5" name="Rect 0"/>
          <p:cNvSpPr txBox="1">
            <a:spLocks noGrp="1"/>
          </p:cNvSpPr>
          <p:nvPr>
            <p:ph type="dt"/>
          </p:nvPr>
        </p:nvSpPr>
        <p:spPr>
          <a:xfrm>
            <a:off x="304800" y="4237355"/>
            <a:ext cx="1423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datetime1">
              <a:rPr lang="en-US" altLang="ko-KR">
                <a:solidFill>
                  <a:srgbClr val="000000">
                    <a:tint val="75000"/>
                  </a:srgbClr>
                </a:solidFill>
                <a:latin typeface="나눔고딕" charset="0"/>
                <a:ea typeface="나눔고딕" charset="0"/>
              </a:rPr>
              <a:t>9/11/26</a:t>
            </a:fld>
            <a:endParaRPr lang="en-US" altLang="ko-KR">
              <a:solidFill>
                <a:srgbClr val="000000">
                  <a:tint val="75000"/>
                </a:srgbClr>
              </a:solidFill>
              <a:latin typeface="나눔고딕" charset="0"/>
              <a:ea typeface="나눔고딕" charset="0"/>
            </a:endParaRPr>
          </a:p>
        </p:txBody>
      </p:sp>
      <p:sp>
        <p:nvSpPr>
          <p:cNvPr id="6" name="Rect 0"/>
          <p:cNvSpPr txBox="1">
            <a:spLocks noGrp="1"/>
          </p:cNvSpPr>
          <p:nvPr>
            <p:ph type="ftr"/>
          </p:nvPr>
        </p:nvSpPr>
        <p:spPr>
          <a:xfrm>
            <a:off x="2082800" y="4237355"/>
            <a:ext cx="1931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endParaRPr/>
          </a:p>
        </p:txBody>
      </p:sp>
      <p:sp>
        <p:nvSpPr>
          <p:cNvPr id="7" name="Rect 0"/>
          <p:cNvSpPr txBox="1">
            <a:spLocks noGrp="1"/>
          </p:cNvSpPr>
          <p:nvPr>
            <p:ph type="sldNum"/>
          </p:nvPr>
        </p:nvSpPr>
        <p:spPr>
          <a:xfrm>
            <a:off x="4368800" y="4237355"/>
            <a:ext cx="1423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slidenum">
              <a:rPr>
                <a:solidFill>
                  <a:srgbClr val="000000">
                    <a:tint val="75000"/>
                  </a:srgbClr>
                </a:solidFill>
                <a:latin typeface="나눔고딕" charset="0"/>
                <a:ea typeface="나눔고딕" charset="0"/>
              </a:rPr>
              <a:t>‹#›</a:t>
            </a:fld>
            <a:endParaRPr>
              <a:solidFill>
                <a:srgbClr val="000000">
                  <a:tint val="75000"/>
                </a:srgbClr>
              </a:solidFill>
              <a:latin typeface="나눔고딕" charset="0"/>
              <a:ea typeface="나눔고딕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>
            <a:off x="304800" y="182880"/>
            <a:ext cx="5487035" cy="762635"/>
          </a:xfrm>
          <a:prstGeom prst="rect">
            <a:avLst/>
          </a:prstGeom>
        </p:spPr>
        <p:txBody>
          <a:bodyPr vert="horz" wrap="square" lIns="60960" tIns="30480" rIns="60960" bIns="30480" anchor="ctr">
            <a:normAutofit/>
          </a:bodyPr>
          <a:lstStyle/>
          <a:p>
            <a:pPr marL="0" indent="0" latinLnBrk="0">
              <a:buFontTx/>
              <a:buNone/>
            </a:pPr>
            <a:r>
              <a:rPr>
                <a:latin typeface="나눔고딕" charset="0"/>
                <a:ea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body"/>
          </p:nvPr>
        </p:nvSpPr>
        <p:spPr>
          <a:xfrm>
            <a:off x="304800" y="1023620"/>
            <a:ext cx="2694305" cy="427355"/>
          </a:xfrm>
          <a:prstGeom prst="rect">
            <a:avLst/>
          </a:prstGeom>
        </p:spPr>
        <p:txBody>
          <a:bodyPr vert="horz" wrap="square" lIns="60960" tIns="30480" rIns="60960" bIns="30480" anchor="b">
            <a:normAutofit/>
          </a:bodyPr>
          <a:lstStyle/>
          <a:p>
            <a:pPr marL="0" indent="0" latinLnBrk="0">
              <a:buFontTx/>
              <a:buNone/>
            </a:pPr>
            <a:r>
              <a:rPr>
                <a:latin typeface="나눔고딕" charset="0"/>
                <a:ea typeface="나눔고딕" charset="0"/>
              </a:rPr>
              <a:t>Click to edit Master text styles</a:t>
            </a:r>
          </a:p>
        </p:txBody>
      </p:sp>
      <p:sp>
        <p:nvSpPr>
          <p:cNvPr id="4" name="Rect 0"/>
          <p:cNvSpPr txBox="1">
            <a:spLocks noGrp="1"/>
          </p:cNvSpPr>
          <p:nvPr>
            <p:ph/>
          </p:nvPr>
        </p:nvSpPr>
        <p:spPr>
          <a:xfrm>
            <a:off x="304800" y="1449705"/>
            <a:ext cx="2694305" cy="2634615"/>
          </a:xfrm>
          <a:prstGeom prst="rect">
            <a:avLst/>
          </a:prstGeom>
        </p:spPr>
        <p:txBody>
          <a:bodyPr vert="horz" wrap="square" lIns="60960" tIns="30480" rIns="60960" bIns="30480" anchor="t">
            <a:normAutofit/>
          </a:bodyPr>
          <a:lstStyle/>
          <a:p>
            <a:pPr marL="228600" indent="-228600" latinLnBrk="0"/>
            <a:r>
              <a:rPr>
                <a:latin typeface="나눔고딕" charset="0"/>
                <a:ea typeface="나눔고딕" charset="0"/>
              </a:rPr>
              <a:t>Click to edit Master text styles</a:t>
            </a:r>
          </a:p>
          <a:p>
            <a:pPr marL="494665" indent="-190500" latinLnBrk="0"/>
            <a:r>
              <a:rPr>
                <a:latin typeface="나눔고딕" charset="0"/>
                <a:ea typeface="나눔고딕" charset="0"/>
              </a:rPr>
              <a:t>Second level</a:t>
            </a:r>
          </a:p>
          <a:p>
            <a:pPr marL="761365" indent="-152400" latinLnBrk="0"/>
            <a:r>
              <a:rPr>
                <a:latin typeface="나눔고딕" charset="0"/>
                <a:ea typeface="나눔고딕" charset="0"/>
              </a:rPr>
              <a:t>Third level</a:t>
            </a:r>
          </a:p>
          <a:p>
            <a:pPr marL="1066165" indent="-152400" latinLnBrk="0"/>
            <a:r>
              <a:rPr>
                <a:latin typeface="나눔고딕" charset="0"/>
                <a:ea typeface="나눔고딕" charset="0"/>
              </a:rPr>
              <a:t>Fourth level</a:t>
            </a:r>
          </a:p>
          <a:p>
            <a:pPr marL="1370330" indent="-152400" latinLnBrk="0"/>
            <a:r>
              <a:rPr>
                <a:latin typeface="나눔고딕" charset="0"/>
                <a:ea typeface="나눔고딕" charset="0"/>
              </a:rPr>
              <a:t>Fifth level</a:t>
            </a:r>
          </a:p>
        </p:txBody>
      </p:sp>
      <p:sp>
        <p:nvSpPr>
          <p:cNvPr id="5" name="Rect 0"/>
          <p:cNvSpPr txBox="1">
            <a:spLocks noGrp="1"/>
          </p:cNvSpPr>
          <p:nvPr>
            <p:ph type="body"/>
          </p:nvPr>
        </p:nvSpPr>
        <p:spPr>
          <a:xfrm>
            <a:off x="3096895" y="1023620"/>
            <a:ext cx="2694940" cy="427355"/>
          </a:xfrm>
          <a:prstGeom prst="rect">
            <a:avLst/>
          </a:prstGeom>
        </p:spPr>
        <p:txBody>
          <a:bodyPr vert="horz" wrap="square" lIns="60960" tIns="30480" rIns="60960" bIns="30480" anchor="b">
            <a:normAutofit/>
          </a:bodyPr>
          <a:lstStyle/>
          <a:p>
            <a:pPr marL="0" indent="0" latinLnBrk="0">
              <a:buFontTx/>
              <a:buNone/>
            </a:pPr>
            <a:r>
              <a:rPr>
                <a:latin typeface="나눔고딕" charset="0"/>
                <a:ea typeface="나눔고딕" charset="0"/>
              </a:rPr>
              <a:t>Click to edit Master text styles</a:t>
            </a:r>
          </a:p>
        </p:txBody>
      </p:sp>
      <p:sp>
        <p:nvSpPr>
          <p:cNvPr id="6" name="Rect 0"/>
          <p:cNvSpPr txBox="1">
            <a:spLocks noGrp="1"/>
          </p:cNvSpPr>
          <p:nvPr>
            <p:ph/>
          </p:nvPr>
        </p:nvSpPr>
        <p:spPr>
          <a:xfrm>
            <a:off x="3096895" y="1449705"/>
            <a:ext cx="2694940" cy="2634615"/>
          </a:xfrm>
          <a:prstGeom prst="rect">
            <a:avLst/>
          </a:prstGeom>
        </p:spPr>
        <p:txBody>
          <a:bodyPr vert="horz" wrap="square" lIns="60960" tIns="30480" rIns="60960" bIns="30480" anchor="t">
            <a:normAutofit/>
          </a:bodyPr>
          <a:lstStyle/>
          <a:p>
            <a:pPr marL="228600" indent="-228600" latinLnBrk="0"/>
            <a:r>
              <a:rPr>
                <a:latin typeface="나눔고딕" charset="0"/>
                <a:ea typeface="나눔고딕" charset="0"/>
              </a:rPr>
              <a:t>Click to edit Master text styles</a:t>
            </a:r>
          </a:p>
          <a:p>
            <a:pPr marL="494665" indent="-190500" latinLnBrk="0"/>
            <a:r>
              <a:rPr>
                <a:latin typeface="나눔고딕" charset="0"/>
                <a:ea typeface="나눔고딕" charset="0"/>
              </a:rPr>
              <a:t>Second level</a:t>
            </a:r>
          </a:p>
          <a:p>
            <a:pPr marL="761365" indent="-152400" latinLnBrk="0"/>
            <a:r>
              <a:rPr>
                <a:latin typeface="나눔고딕" charset="0"/>
                <a:ea typeface="나눔고딕" charset="0"/>
              </a:rPr>
              <a:t>Third level</a:t>
            </a:r>
          </a:p>
          <a:p>
            <a:pPr marL="1066165" indent="-152400" latinLnBrk="0"/>
            <a:r>
              <a:rPr>
                <a:latin typeface="나눔고딕" charset="0"/>
                <a:ea typeface="나눔고딕" charset="0"/>
              </a:rPr>
              <a:t>Fourth level</a:t>
            </a:r>
          </a:p>
          <a:p>
            <a:pPr marL="1370330" indent="-152400" latinLnBrk="0"/>
            <a:r>
              <a:rPr>
                <a:latin typeface="나눔고딕" charset="0"/>
                <a:ea typeface="나눔고딕" charset="0"/>
              </a:rPr>
              <a:t>Fifth level</a:t>
            </a:r>
          </a:p>
        </p:txBody>
      </p:sp>
      <p:sp>
        <p:nvSpPr>
          <p:cNvPr id="7" name="Rect 0"/>
          <p:cNvSpPr txBox="1">
            <a:spLocks noGrp="1"/>
          </p:cNvSpPr>
          <p:nvPr>
            <p:ph type="dt"/>
          </p:nvPr>
        </p:nvSpPr>
        <p:spPr>
          <a:xfrm>
            <a:off x="304800" y="4237355"/>
            <a:ext cx="1423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datetime1">
              <a:rPr lang="en-US" altLang="ko-KR">
                <a:solidFill>
                  <a:srgbClr val="000000">
                    <a:tint val="75000"/>
                  </a:srgbClr>
                </a:solidFill>
                <a:latin typeface="나눔고딕" charset="0"/>
                <a:ea typeface="나눔고딕" charset="0"/>
              </a:rPr>
              <a:t>9/11/26</a:t>
            </a:fld>
            <a:endParaRPr lang="en-US" altLang="ko-KR">
              <a:solidFill>
                <a:srgbClr val="000000">
                  <a:tint val="75000"/>
                </a:srgbClr>
              </a:solidFill>
              <a:latin typeface="나눔고딕" charset="0"/>
              <a:ea typeface="나눔고딕" charset="0"/>
            </a:endParaRPr>
          </a:p>
        </p:txBody>
      </p:sp>
      <p:sp>
        <p:nvSpPr>
          <p:cNvPr id="8" name="Rect 0"/>
          <p:cNvSpPr txBox="1">
            <a:spLocks noGrp="1"/>
          </p:cNvSpPr>
          <p:nvPr>
            <p:ph type="ftr"/>
          </p:nvPr>
        </p:nvSpPr>
        <p:spPr>
          <a:xfrm>
            <a:off x="2082800" y="4237355"/>
            <a:ext cx="1931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endParaRPr/>
          </a:p>
        </p:txBody>
      </p:sp>
      <p:sp>
        <p:nvSpPr>
          <p:cNvPr id="9" name="Rect 0"/>
          <p:cNvSpPr txBox="1">
            <a:spLocks noGrp="1"/>
          </p:cNvSpPr>
          <p:nvPr>
            <p:ph type="sldNum"/>
          </p:nvPr>
        </p:nvSpPr>
        <p:spPr>
          <a:xfrm>
            <a:off x="4368800" y="4237355"/>
            <a:ext cx="1423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slidenum">
              <a:rPr>
                <a:solidFill>
                  <a:srgbClr val="000000">
                    <a:tint val="75000"/>
                  </a:srgbClr>
                </a:solidFill>
                <a:latin typeface="나눔고딕" charset="0"/>
                <a:ea typeface="나눔고딕" charset="0"/>
              </a:rPr>
              <a:t>‹#›</a:t>
            </a:fld>
            <a:endParaRPr>
              <a:solidFill>
                <a:srgbClr val="000000">
                  <a:tint val="75000"/>
                </a:srgbClr>
              </a:solidFill>
              <a:latin typeface="나눔고딕" charset="0"/>
              <a:ea typeface="나눔고딕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>
            <a:off x="304800" y="182880"/>
            <a:ext cx="5487035" cy="762635"/>
          </a:xfrm>
          <a:prstGeom prst="rect">
            <a:avLst/>
          </a:prstGeom>
        </p:spPr>
        <p:txBody>
          <a:bodyPr vert="horz" wrap="square" lIns="60960" tIns="30480" rIns="60960" bIns="30480" anchor="ctr">
            <a:normAutofit/>
          </a:bodyPr>
          <a:lstStyle/>
          <a:p>
            <a:pPr marL="0" indent="0" latinLnBrk="0">
              <a:buFontTx/>
              <a:buNone/>
            </a:pPr>
            <a:r>
              <a:rPr>
                <a:latin typeface="나눔고딕" charset="0"/>
                <a:ea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dt"/>
          </p:nvPr>
        </p:nvSpPr>
        <p:spPr>
          <a:xfrm>
            <a:off x="304800" y="4237355"/>
            <a:ext cx="1423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datetime1">
              <a:rPr lang="en-US" altLang="ko-KR">
                <a:solidFill>
                  <a:srgbClr val="000000">
                    <a:tint val="75000"/>
                  </a:srgbClr>
                </a:solidFill>
                <a:latin typeface="나눔고딕" charset="0"/>
                <a:ea typeface="나눔고딕" charset="0"/>
              </a:rPr>
              <a:t>9/11/26</a:t>
            </a:fld>
            <a:endParaRPr lang="en-US" altLang="ko-KR">
              <a:solidFill>
                <a:srgbClr val="000000">
                  <a:tint val="75000"/>
                </a:srgbClr>
              </a:solidFill>
              <a:latin typeface="나눔고딕" charset="0"/>
              <a:ea typeface="나눔고딕" charset="0"/>
            </a:endParaRPr>
          </a:p>
        </p:txBody>
      </p:sp>
      <p:sp>
        <p:nvSpPr>
          <p:cNvPr id="4" name="Rect 0"/>
          <p:cNvSpPr txBox="1">
            <a:spLocks noGrp="1"/>
          </p:cNvSpPr>
          <p:nvPr>
            <p:ph type="ftr"/>
          </p:nvPr>
        </p:nvSpPr>
        <p:spPr>
          <a:xfrm>
            <a:off x="2082800" y="4237355"/>
            <a:ext cx="1931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endParaRPr/>
          </a:p>
        </p:txBody>
      </p:sp>
      <p:sp>
        <p:nvSpPr>
          <p:cNvPr id="5" name="Rect 0"/>
          <p:cNvSpPr txBox="1">
            <a:spLocks noGrp="1"/>
          </p:cNvSpPr>
          <p:nvPr>
            <p:ph type="sldNum"/>
          </p:nvPr>
        </p:nvSpPr>
        <p:spPr>
          <a:xfrm>
            <a:off x="4368800" y="4237355"/>
            <a:ext cx="1423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slidenum">
              <a:rPr>
                <a:solidFill>
                  <a:srgbClr val="000000">
                    <a:tint val="75000"/>
                  </a:srgbClr>
                </a:solidFill>
                <a:latin typeface="나눔고딕" charset="0"/>
                <a:ea typeface="나눔고딕" charset="0"/>
              </a:rPr>
              <a:t>‹#›</a:t>
            </a:fld>
            <a:endParaRPr>
              <a:solidFill>
                <a:srgbClr val="000000">
                  <a:tint val="75000"/>
                </a:srgbClr>
              </a:solidFill>
              <a:latin typeface="나눔고딕" charset="0"/>
              <a:ea typeface="나눔고딕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dt"/>
          </p:nvPr>
        </p:nvSpPr>
        <p:spPr>
          <a:xfrm>
            <a:off x="304800" y="4237355"/>
            <a:ext cx="1423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datetime1">
              <a:rPr lang="en-US" altLang="ko-KR">
                <a:solidFill>
                  <a:srgbClr val="000000">
                    <a:tint val="75000"/>
                  </a:srgbClr>
                </a:solidFill>
                <a:latin typeface="나눔고딕" charset="0"/>
                <a:ea typeface="나눔고딕" charset="0"/>
              </a:rPr>
              <a:t>9/11/26</a:t>
            </a:fld>
            <a:endParaRPr lang="en-US" altLang="ko-KR">
              <a:solidFill>
                <a:srgbClr val="000000">
                  <a:tint val="75000"/>
                </a:srgbClr>
              </a:solidFill>
              <a:latin typeface="나눔고딕" charset="0"/>
              <a:ea typeface="나눔고딕" charset="0"/>
            </a:endParaRPr>
          </a:p>
        </p:txBody>
      </p:sp>
      <p:sp>
        <p:nvSpPr>
          <p:cNvPr id="3" name="Rect 0"/>
          <p:cNvSpPr txBox="1">
            <a:spLocks noGrp="1"/>
          </p:cNvSpPr>
          <p:nvPr>
            <p:ph type="ftr"/>
          </p:nvPr>
        </p:nvSpPr>
        <p:spPr>
          <a:xfrm>
            <a:off x="2082800" y="4237355"/>
            <a:ext cx="1931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endParaRPr/>
          </a:p>
        </p:txBody>
      </p:sp>
      <p:sp>
        <p:nvSpPr>
          <p:cNvPr id="4" name="Rect 0"/>
          <p:cNvSpPr txBox="1">
            <a:spLocks noGrp="1"/>
          </p:cNvSpPr>
          <p:nvPr>
            <p:ph type="sldNum"/>
          </p:nvPr>
        </p:nvSpPr>
        <p:spPr>
          <a:xfrm>
            <a:off x="4368800" y="4237355"/>
            <a:ext cx="1423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slidenum">
              <a:rPr>
                <a:solidFill>
                  <a:srgbClr val="000000">
                    <a:tint val="75000"/>
                  </a:srgbClr>
                </a:solidFill>
                <a:latin typeface="나눔고딕" charset="0"/>
                <a:ea typeface="나눔고딕" charset="0"/>
              </a:rPr>
              <a:t>‹#›</a:t>
            </a:fld>
            <a:endParaRPr>
              <a:solidFill>
                <a:srgbClr val="000000">
                  <a:tint val="75000"/>
                </a:srgbClr>
              </a:solidFill>
              <a:latin typeface="나눔고딕" charset="0"/>
              <a:ea typeface="나눔고딕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>
            <a:off x="304800" y="182245"/>
            <a:ext cx="2005965" cy="775335"/>
          </a:xfrm>
          <a:prstGeom prst="rect">
            <a:avLst/>
          </a:prstGeom>
        </p:spPr>
        <p:txBody>
          <a:bodyPr vert="horz" wrap="square" lIns="60960" tIns="30480" rIns="60960" bIns="30480" anchor="b">
            <a:normAutofit/>
          </a:bodyPr>
          <a:lstStyle/>
          <a:p>
            <a:pPr marL="0" indent="0" latinLnBrk="0">
              <a:buFontTx/>
              <a:buNone/>
            </a:pPr>
            <a:r>
              <a:rPr>
                <a:latin typeface="나눔고딕" charset="0"/>
                <a:ea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/>
          </p:nvPr>
        </p:nvSpPr>
        <p:spPr>
          <a:xfrm>
            <a:off x="2383155" y="182245"/>
            <a:ext cx="3408680" cy="3902710"/>
          </a:xfrm>
          <a:prstGeom prst="rect">
            <a:avLst/>
          </a:prstGeom>
        </p:spPr>
        <p:txBody>
          <a:bodyPr vert="horz" wrap="square" lIns="60960" tIns="30480" rIns="60960" bIns="30480" anchor="t">
            <a:normAutofit/>
          </a:bodyPr>
          <a:lstStyle/>
          <a:p>
            <a:pPr marL="228600" indent="-228600" latinLnBrk="0"/>
            <a:r>
              <a:rPr>
                <a:latin typeface="나눔고딕" charset="0"/>
                <a:ea typeface="나눔고딕" charset="0"/>
              </a:rPr>
              <a:t>Click to edit Master text styles</a:t>
            </a:r>
          </a:p>
          <a:p>
            <a:pPr marL="494665" indent="-190500" latinLnBrk="0"/>
            <a:r>
              <a:rPr>
                <a:latin typeface="나눔고딕" charset="0"/>
                <a:ea typeface="나눔고딕" charset="0"/>
              </a:rPr>
              <a:t>Second level</a:t>
            </a:r>
          </a:p>
          <a:p>
            <a:pPr marL="761365" indent="-152400" latinLnBrk="0"/>
            <a:r>
              <a:rPr>
                <a:latin typeface="나눔고딕" charset="0"/>
                <a:ea typeface="나눔고딕" charset="0"/>
              </a:rPr>
              <a:t>Third level</a:t>
            </a:r>
          </a:p>
          <a:p>
            <a:pPr marL="1066165" indent="-152400" latinLnBrk="0"/>
            <a:r>
              <a:rPr>
                <a:latin typeface="나눔고딕" charset="0"/>
                <a:ea typeface="나눔고딕" charset="0"/>
              </a:rPr>
              <a:t>Fourth level</a:t>
            </a:r>
          </a:p>
          <a:p>
            <a:pPr marL="1370330" indent="-152400" latinLnBrk="0"/>
            <a:r>
              <a:rPr>
                <a:latin typeface="나눔고딕" charset="0"/>
                <a:ea typeface="나눔고딕" charset="0"/>
              </a:rPr>
              <a:t>Fifth level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body"/>
          </p:nvPr>
        </p:nvSpPr>
        <p:spPr>
          <a:xfrm>
            <a:off x="304800" y="956945"/>
            <a:ext cx="2005965" cy="3128010"/>
          </a:xfrm>
          <a:prstGeom prst="rect">
            <a:avLst/>
          </a:prstGeom>
        </p:spPr>
        <p:txBody>
          <a:bodyPr vert="horz" wrap="square" lIns="60960" tIns="30480" rIns="60960" bIns="30480" anchor="t">
            <a:normAutofit/>
          </a:bodyPr>
          <a:lstStyle/>
          <a:p>
            <a:pPr marL="0" indent="0" latinLnBrk="0">
              <a:buFontTx/>
              <a:buNone/>
            </a:pPr>
            <a:r>
              <a:rPr>
                <a:latin typeface="나눔고딕" charset="0"/>
                <a:ea typeface="나눔고딕" charset="0"/>
              </a:rPr>
              <a:t>Click to edit Master text styles</a:t>
            </a:r>
          </a:p>
        </p:txBody>
      </p:sp>
      <p:sp>
        <p:nvSpPr>
          <p:cNvPr id="5" name="Rect 0"/>
          <p:cNvSpPr txBox="1">
            <a:spLocks noGrp="1"/>
          </p:cNvSpPr>
          <p:nvPr>
            <p:ph type="dt"/>
          </p:nvPr>
        </p:nvSpPr>
        <p:spPr>
          <a:xfrm>
            <a:off x="304800" y="4237355"/>
            <a:ext cx="1423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datetime1">
              <a:rPr lang="en-US" altLang="ko-KR">
                <a:solidFill>
                  <a:srgbClr val="000000">
                    <a:tint val="75000"/>
                  </a:srgbClr>
                </a:solidFill>
                <a:latin typeface="나눔고딕" charset="0"/>
                <a:ea typeface="나눔고딕" charset="0"/>
              </a:rPr>
              <a:t>9/11/26</a:t>
            </a:fld>
            <a:endParaRPr lang="en-US" altLang="ko-KR">
              <a:solidFill>
                <a:srgbClr val="000000">
                  <a:tint val="75000"/>
                </a:srgbClr>
              </a:solidFill>
              <a:latin typeface="나눔고딕" charset="0"/>
              <a:ea typeface="나눔고딕" charset="0"/>
            </a:endParaRPr>
          </a:p>
        </p:txBody>
      </p:sp>
      <p:sp>
        <p:nvSpPr>
          <p:cNvPr id="6" name="Rect 0"/>
          <p:cNvSpPr txBox="1">
            <a:spLocks noGrp="1"/>
          </p:cNvSpPr>
          <p:nvPr>
            <p:ph type="ftr"/>
          </p:nvPr>
        </p:nvSpPr>
        <p:spPr>
          <a:xfrm>
            <a:off x="2082800" y="4237355"/>
            <a:ext cx="1931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endParaRPr/>
          </a:p>
        </p:txBody>
      </p:sp>
      <p:sp>
        <p:nvSpPr>
          <p:cNvPr id="7" name="Rect 0"/>
          <p:cNvSpPr txBox="1">
            <a:spLocks noGrp="1"/>
          </p:cNvSpPr>
          <p:nvPr>
            <p:ph type="sldNum"/>
          </p:nvPr>
        </p:nvSpPr>
        <p:spPr>
          <a:xfrm>
            <a:off x="4368800" y="4237355"/>
            <a:ext cx="1423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slidenum">
              <a:rPr>
                <a:solidFill>
                  <a:srgbClr val="000000">
                    <a:tint val="75000"/>
                  </a:srgbClr>
                </a:solidFill>
                <a:latin typeface="나눔고딕" charset="0"/>
                <a:ea typeface="나눔고딕" charset="0"/>
              </a:rPr>
              <a:t>‹#›</a:t>
            </a:fld>
            <a:endParaRPr>
              <a:solidFill>
                <a:srgbClr val="000000">
                  <a:tint val="75000"/>
                </a:srgbClr>
              </a:solidFill>
              <a:latin typeface="나눔고딕" charset="0"/>
              <a:ea typeface="나눔고딕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>
            <a:off x="1195070" y="3200400"/>
            <a:ext cx="3658234" cy="378460"/>
          </a:xfrm>
          <a:prstGeom prst="rect">
            <a:avLst/>
          </a:prstGeom>
        </p:spPr>
        <p:txBody>
          <a:bodyPr vert="horz" wrap="square" lIns="60960" tIns="30480" rIns="60960" bIns="30480" anchor="b">
            <a:normAutofit/>
          </a:bodyPr>
          <a:lstStyle/>
          <a:p>
            <a:pPr marL="0" indent="0" latinLnBrk="0">
              <a:buFontTx/>
              <a:buNone/>
            </a:pPr>
            <a:r>
              <a:rPr>
                <a:latin typeface="나눔고딕" charset="0"/>
                <a:ea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pic"/>
          </p:nvPr>
        </p:nvSpPr>
        <p:spPr>
          <a:xfrm>
            <a:off x="1195070" y="408305"/>
            <a:ext cx="3658234" cy="2743835"/>
          </a:xfrm>
          <a:prstGeom prst="rect">
            <a:avLst/>
          </a:prstGeom>
        </p:spPr>
      </p:sp>
      <p:sp>
        <p:nvSpPr>
          <p:cNvPr id="4" name="Rect 0"/>
          <p:cNvSpPr txBox="1">
            <a:spLocks noGrp="1"/>
          </p:cNvSpPr>
          <p:nvPr>
            <p:ph type="body"/>
          </p:nvPr>
        </p:nvSpPr>
        <p:spPr>
          <a:xfrm>
            <a:off x="1195070" y="3578225"/>
            <a:ext cx="3658234" cy="537210"/>
          </a:xfrm>
          <a:prstGeom prst="rect">
            <a:avLst/>
          </a:prstGeom>
        </p:spPr>
        <p:txBody>
          <a:bodyPr vert="horz" wrap="square" lIns="60960" tIns="30480" rIns="60960" bIns="30480" anchor="t">
            <a:normAutofit/>
          </a:bodyPr>
          <a:lstStyle/>
          <a:p>
            <a:pPr marL="0" indent="0" latinLnBrk="0">
              <a:buFontTx/>
              <a:buNone/>
            </a:pPr>
            <a:r>
              <a:rPr>
                <a:latin typeface="나눔고딕" charset="0"/>
                <a:ea typeface="나눔고딕" charset="0"/>
              </a:rPr>
              <a:t>Click to edit Master text styles</a:t>
            </a:r>
          </a:p>
        </p:txBody>
      </p:sp>
      <p:sp>
        <p:nvSpPr>
          <p:cNvPr id="5" name="Rect 0"/>
          <p:cNvSpPr txBox="1">
            <a:spLocks noGrp="1"/>
          </p:cNvSpPr>
          <p:nvPr>
            <p:ph type="dt"/>
          </p:nvPr>
        </p:nvSpPr>
        <p:spPr>
          <a:xfrm>
            <a:off x="304800" y="4237355"/>
            <a:ext cx="1423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datetime1">
              <a:rPr lang="en-US" altLang="ko-KR">
                <a:solidFill>
                  <a:srgbClr val="000000">
                    <a:tint val="75000"/>
                  </a:srgbClr>
                </a:solidFill>
                <a:latin typeface="나눔고딕" charset="0"/>
                <a:ea typeface="나눔고딕" charset="0"/>
              </a:rPr>
              <a:t>9/11/26</a:t>
            </a:fld>
            <a:endParaRPr lang="en-US" altLang="ko-KR">
              <a:solidFill>
                <a:srgbClr val="000000">
                  <a:tint val="75000"/>
                </a:srgbClr>
              </a:solidFill>
              <a:latin typeface="나눔고딕" charset="0"/>
              <a:ea typeface="나눔고딕" charset="0"/>
            </a:endParaRPr>
          </a:p>
        </p:txBody>
      </p:sp>
      <p:sp>
        <p:nvSpPr>
          <p:cNvPr id="6" name="Rect 0"/>
          <p:cNvSpPr txBox="1">
            <a:spLocks noGrp="1"/>
          </p:cNvSpPr>
          <p:nvPr>
            <p:ph type="ftr"/>
          </p:nvPr>
        </p:nvSpPr>
        <p:spPr>
          <a:xfrm>
            <a:off x="2082800" y="4237355"/>
            <a:ext cx="1931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endParaRPr/>
          </a:p>
        </p:txBody>
      </p:sp>
      <p:sp>
        <p:nvSpPr>
          <p:cNvPr id="7" name="Rect 0"/>
          <p:cNvSpPr txBox="1">
            <a:spLocks noGrp="1"/>
          </p:cNvSpPr>
          <p:nvPr>
            <p:ph type="sldNum"/>
          </p:nvPr>
        </p:nvSpPr>
        <p:spPr>
          <a:xfrm>
            <a:off x="4368800" y="4237355"/>
            <a:ext cx="1423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slidenum">
              <a:rPr>
                <a:solidFill>
                  <a:srgbClr val="000000">
                    <a:tint val="75000"/>
                  </a:srgbClr>
                </a:solidFill>
                <a:latin typeface="나눔고딕" charset="0"/>
                <a:ea typeface="나눔고딕" charset="0"/>
              </a:rPr>
              <a:t>‹#›</a:t>
            </a:fld>
            <a:endParaRPr>
              <a:solidFill>
                <a:srgbClr val="000000">
                  <a:tint val="75000"/>
                </a:srgbClr>
              </a:solidFill>
              <a:latin typeface="나눔고딕" charset="0"/>
              <a:ea typeface="나눔고딕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>
            <a:off x="304800" y="182880"/>
            <a:ext cx="5487035" cy="762635"/>
          </a:xfrm>
          <a:prstGeom prst="rect">
            <a:avLst/>
          </a:prstGeom>
        </p:spPr>
        <p:txBody>
          <a:bodyPr vert="horz" wrap="square" lIns="60960" tIns="30480" rIns="60960" bIns="30480" anchor="ctr">
            <a:normAutofit/>
          </a:bodyPr>
          <a:lstStyle/>
          <a:p>
            <a:pPr marL="0" indent="0" latinLnBrk="0">
              <a:buFontTx/>
              <a:buNone/>
            </a:pPr>
            <a:r>
              <a:rPr>
                <a:latin typeface="나눔고딕" charset="0"/>
                <a:ea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body" orient="vert"/>
          </p:nvPr>
        </p:nvSpPr>
        <p:spPr>
          <a:xfrm>
            <a:off x="304800" y="1066800"/>
            <a:ext cx="5487035" cy="3018155"/>
          </a:xfrm>
          <a:prstGeom prst="rect">
            <a:avLst/>
          </a:prstGeom>
        </p:spPr>
        <p:txBody>
          <a:bodyPr vert="eaVert" wrap="square" lIns="60960" tIns="30480" rIns="60960" bIns="30480" anchor="t">
            <a:normAutofit/>
          </a:bodyPr>
          <a:lstStyle/>
          <a:p>
            <a:pPr marL="228600" indent="-228600" latinLnBrk="0"/>
            <a:r>
              <a:rPr>
                <a:latin typeface="나눔고딕" charset="0"/>
                <a:ea typeface="나눔고딕" charset="0"/>
              </a:rPr>
              <a:t>Click to edit Master text styles</a:t>
            </a:r>
          </a:p>
          <a:p>
            <a:pPr marL="494665" indent="-190500" latinLnBrk="0"/>
            <a:r>
              <a:rPr>
                <a:latin typeface="나눔고딕" charset="0"/>
                <a:ea typeface="나눔고딕" charset="0"/>
              </a:rPr>
              <a:t>Second level</a:t>
            </a:r>
          </a:p>
          <a:p>
            <a:pPr marL="761365" indent="-152400" latinLnBrk="0"/>
            <a:r>
              <a:rPr>
                <a:latin typeface="나눔고딕" charset="0"/>
                <a:ea typeface="나눔고딕" charset="0"/>
              </a:rPr>
              <a:t>Third level</a:t>
            </a:r>
          </a:p>
          <a:p>
            <a:pPr marL="1066165" indent="-152400" latinLnBrk="0"/>
            <a:r>
              <a:rPr>
                <a:latin typeface="나눔고딕" charset="0"/>
                <a:ea typeface="나눔고딕" charset="0"/>
              </a:rPr>
              <a:t>Fourth level</a:t>
            </a:r>
          </a:p>
          <a:p>
            <a:pPr marL="1370330" indent="-152400" latinLnBrk="0"/>
            <a:r>
              <a:rPr>
                <a:latin typeface="나눔고딕" charset="0"/>
                <a:ea typeface="나눔고딕" charset="0"/>
              </a:rPr>
              <a:t>Fifth level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dt"/>
          </p:nvPr>
        </p:nvSpPr>
        <p:spPr>
          <a:xfrm>
            <a:off x="304800" y="4237355"/>
            <a:ext cx="1423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datetime1">
              <a:rPr lang="en-US" altLang="ko-KR">
                <a:solidFill>
                  <a:srgbClr val="000000">
                    <a:tint val="75000"/>
                  </a:srgbClr>
                </a:solidFill>
                <a:latin typeface="나눔고딕" charset="0"/>
                <a:ea typeface="나눔고딕" charset="0"/>
              </a:rPr>
              <a:t>9/11/26</a:t>
            </a:fld>
            <a:endParaRPr lang="en-US" altLang="ko-KR">
              <a:solidFill>
                <a:srgbClr val="000000">
                  <a:tint val="75000"/>
                </a:srgbClr>
              </a:solidFill>
              <a:latin typeface="나눔고딕" charset="0"/>
              <a:ea typeface="나눔고딕" charset="0"/>
            </a:endParaRPr>
          </a:p>
        </p:txBody>
      </p:sp>
      <p:sp>
        <p:nvSpPr>
          <p:cNvPr id="5" name="Rect 0"/>
          <p:cNvSpPr txBox="1">
            <a:spLocks noGrp="1"/>
          </p:cNvSpPr>
          <p:nvPr>
            <p:ph type="ftr"/>
          </p:nvPr>
        </p:nvSpPr>
        <p:spPr>
          <a:xfrm>
            <a:off x="2082800" y="4237355"/>
            <a:ext cx="1931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endParaRPr/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>
            <a:off x="4368800" y="4237355"/>
            <a:ext cx="1423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slidenum">
              <a:rPr>
                <a:solidFill>
                  <a:srgbClr val="000000">
                    <a:tint val="75000"/>
                  </a:srgbClr>
                </a:solidFill>
                <a:latin typeface="나눔고딕" charset="0"/>
                <a:ea typeface="나눔고딕" charset="0"/>
              </a:rPr>
              <a:t>‹#›</a:t>
            </a:fld>
            <a:endParaRPr>
              <a:solidFill>
                <a:srgbClr val="000000">
                  <a:tint val="75000"/>
                </a:srgbClr>
              </a:solidFill>
              <a:latin typeface="나눔고딕" charset="0"/>
              <a:ea typeface="나눔고딕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 orient="vert"/>
          </p:nvPr>
        </p:nvSpPr>
        <p:spPr>
          <a:xfrm>
            <a:off x="4419600" y="182880"/>
            <a:ext cx="1372235" cy="3901440"/>
          </a:xfrm>
          <a:prstGeom prst="rect">
            <a:avLst/>
          </a:prstGeom>
        </p:spPr>
        <p:txBody>
          <a:bodyPr vert="eaVert" wrap="square" lIns="60960" tIns="30480" rIns="60960" bIns="30480" anchor="ctr">
            <a:normAutofit/>
          </a:bodyPr>
          <a:lstStyle/>
          <a:p>
            <a:pPr marL="0" indent="0" latinLnBrk="0">
              <a:buFontTx/>
              <a:buNone/>
            </a:pPr>
            <a:r>
              <a:rPr>
                <a:latin typeface="나눔고딕" charset="0"/>
                <a:ea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body" orient="vert"/>
          </p:nvPr>
        </p:nvSpPr>
        <p:spPr>
          <a:xfrm>
            <a:off x="304800" y="182880"/>
            <a:ext cx="4013835" cy="3901440"/>
          </a:xfrm>
          <a:prstGeom prst="rect">
            <a:avLst/>
          </a:prstGeom>
        </p:spPr>
        <p:txBody>
          <a:bodyPr vert="eaVert" wrap="square" lIns="60960" tIns="30480" rIns="60960" bIns="30480" anchor="t">
            <a:normAutofit/>
          </a:bodyPr>
          <a:lstStyle/>
          <a:p>
            <a:pPr marL="228600" indent="-228600" latinLnBrk="0"/>
            <a:r>
              <a:rPr>
                <a:latin typeface="나눔고딕" charset="0"/>
                <a:ea typeface="나눔고딕" charset="0"/>
              </a:rPr>
              <a:t>Click to edit Master text styles</a:t>
            </a:r>
          </a:p>
          <a:p>
            <a:pPr marL="494665" indent="-190500" latinLnBrk="0"/>
            <a:r>
              <a:rPr>
                <a:latin typeface="나눔고딕" charset="0"/>
                <a:ea typeface="나눔고딕" charset="0"/>
              </a:rPr>
              <a:t>Second level</a:t>
            </a:r>
          </a:p>
          <a:p>
            <a:pPr marL="761365" indent="-152400" latinLnBrk="0"/>
            <a:r>
              <a:rPr>
                <a:latin typeface="나눔고딕" charset="0"/>
                <a:ea typeface="나눔고딕" charset="0"/>
              </a:rPr>
              <a:t>Third level</a:t>
            </a:r>
          </a:p>
          <a:p>
            <a:pPr marL="1066165" indent="-152400" latinLnBrk="0"/>
            <a:r>
              <a:rPr>
                <a:latin typeface="나눔고딕" charset="0"/>
                <a:ea typeface="나눔고딕" charset="0"/>
              </a:rPr>
              <a:t>Fourth level</a:t>
            </a:r>
          </a:p>
          <a:p>
            <a:pPr marL="1370330" indent="-152400" latinLnBrk="0"/>
            <a:r>
              <a:rPr>
                <a:latin typeface="나눔고딕" charset="0"/>
                <a:ea typeface="나눔고딕" charset="0"/>
              </a:rPr>
              <a:t>Fifth level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dt"/>
          </p:nvPr>
        </p:nvSpPr>
        <p:spPr>
          <a:xfrm>
            <a:off x="304800" y="4237355"/>
            <a:ext cx="1423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datetime1">
              <a:rPr lang="en-US" altLang="ko-KR">
                <a:solidFill>
                  <a:srgbClr val="000000">
                    <a:tint val="75000"/>
                  </a:srgbClr>
                </a:solidFill>
                <a:latin typeface="나눔고딕" charset="0"/>
                <a:ea typeface="나눔고딕" charset="0"/>
              </a:rPr>
              <a:t>9/11/26</a:t>
            </a:fld>
            <a:endParaRPr lang="en-US" altLang="ko-KR">
              <a:solidFill>
                <a:srgbClr val="000000">
                  <a:tint val="75000"/>
                </a:srgbClr>
              </a:solidFill>
              <a:latin typeface="나눔고딕" charset="0"/>
              <a:ea typeface="나눔고딕" charset="0"/>
            </a:endParaRPr>
          </a:p>
        </p:txBody>
      </p:sp>
      <p:sp>
        <p:nvSpPr>
          <p:cNvPr id="5" name="Rect 0"/>
          <p:cNvSpPr txBox="1">
            <a:spLocks noGrp="1"/>
          </p:cNvSpPr>
          <p:nvPr>
            <p:ph type="ftr"/>
          </p:nvPr>
        </p:nvSpPr>
        <p:spPr>
          <a:xfrm>
            <a:off x="2082800" y="4237355"/>
            <a:ext cx="1931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endParaRPr/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>
            <a:off x="4368800" y="4237355"/>
            <a:ext cx="1423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slidenum">
              <a:rPr>
                <a:solidFill>
                  <a:srgbClr val="000000">
                    <a:tint val="75000"/>
                  </a:srgbClr>
                </a:solidFill>
                <a:latin typeface="나눔고딕" charset="0"/>
                <a:ea typeface="나눔고딕" charset="0"/>
              </a:rPr>
              <a:t>‹#›</a:t>
            </a:fld>
            <a:endParaRPr>
              <a:solidFill>
                <a:srgbClr val="000000">
                  <a:tint val="75000"/>
                </a:srgbClr>
              </a:solidFill>
              <a:latin typeface="나눔고딕" charset="0"/>
              <a:ea typeface="나눔고딕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182880"/>
            <a:ext cx="5487035" cy="76263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066800"/>
            <a:ext cx="5487035" cy="3018155"/>
          </a:xfrm>
        </p:spPr>
        <p:txBody>
          <a:bodyPr/>
          <a:lstStyle/>
          <a:p>
            <a:pPr lvl="0">
              <a:buChar char="•"/>
            </a:pPr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04800" y="4237355"/>
            <a:ext cx="1423035" cy="243840"/>
          </a:xfrm>
        </p:spPr>
        <p:txBody>
          <a:bodyPr/>
          <a:lstStyle/>
          <a:p>
            <a:fld id="{A76116CE-C4A3-4A05-B2D7-7C2E9A889C0F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9/11/26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082800" y="4237355"/>
            <a:ext cx="1931035" cy="243840"/>
          </a:xfr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368800" y="4237355"/>
            <a:ext cx="1423035" cy="243840"/>
          </a:xfrm>
        </p:spPr>
        <p:txBody>
          <a:bodyPr/>
          <a:lstStyle/>
          <a:p>
            <a:fld id="{B1393E5F-521B-4CAD-9D3A-AE923D912DC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34256609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ctrTitle"/>
          </p:nvPr>
        </p:nvSpPr>
        <p:spPr>
          <a:xfrm>
            <a:off x="457200" y="1420495"/>
            <a:ext cx="5182235" cy="980440"/>
          </a:xfrm>
          <a:prstGeom prst="rect">
            <a:avLst/>
          </a:prstGeom>
        </p:spPr>
        <p:txBody>
          <a:bodyPr vert="horz" wrap="square" lIns="60960" tIns="30480" rIns="60960" bIns="30480" anchor="ctr">
            <a:normAutofit/>
          </a:bodyPr>
          <a:lstStyle/>
          <a:p>
            <a:pPr marL="0" indent="0" latinLnBrk="0">
              <a:buFontTx/>
              <a:buNone/>
            </a:pPr>
            <a:r>
              <a:rPr>
                <a:latin typeface="나눔고딕" charset="0"/>
                <a:ea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subTitle"/>
          </p:nvPr>
        </p:nvSpPr>
        <p:spPr>
          <a:xfrm>
            <a:off x="914400" y="2590800"/>
            <a:ext cx="4267835" cy="1169035"/>
          </a:xfrm>
          <a:prstGeom prst="rect">
            <a:avLst/>
          </a:prstGeom>
        </p:spPr>
        <p:txBody>
          <a:bodyPr vert="horz" wrap="square" lIns="60960" tIns="30480" rIns="60960" bIns="30480" anchor="t">
            <a:normAutofit/>
          </a:bodyPr>
          <a:lstStyle/>
          <a:p>
            <a:pPr marL="0" indent="0" latinLnBrk="0">
              <a:buFontTx/>
              <a:buNone/>
            </a:pPr>
            <a:r>
              <a:rPr>
                <a:latin typeface="나눔고딕" charset="0"/>
                <a:ea typeface="나눔고딕" charset="0"/>
              </a:rPr>
              <a:t>Click to edit Master subtitle style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dt"/>
          </p:nvPr>
        </p:nvSpPr>
        <p:spPr>
          <a:xfrm>
            <a:off x="304800" y="4237355"/>
            <a:ext cx="1423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datetime1">
              <a:rPr lang="en-US" altLang="ko-KR">
                <a:solidFill>
                  <a:srgbClr val="000000">
                    <a:tint val="75000"/>
                  </a:srgbClr>
                </a:solidFill>
                <a:latin typeface="나눔고딕" charset="0"/>
                <a:ea typeface="나눔고딕" charset="0"/>
              </a:rPr>
              <a:t>9/11/26</a:t>
            </a:fld>
            <a:endParaRPr lang="en-US" altLang="ko-KR">
              <a:solidFill>
                <a:srgbClr val="000000">
                  <a:tint val="75000"/>
                </a:srgbClr>
              </a:solidFill>
              <a:latin typeface="나눔고딕" charset="0"/>
              <a:ea typeface="나눔고딕" charset="0"/>
            </a:endParaRPr>
          </a:p>
        </p:txBody>
      </p:sp>
      <p:sp>
        <p:nvSpPr>
          <p:cNvPr id="5" name="Rect 0"/>
          <p:cNvSpPr txBox="1">
            <a:spLocks noGrp="1"/>
          </p:cNvSpPr>
          <p:nvPr>
            <p:ph type="ftr"/>
          </p:nvPr>
        </p:nvSpPr>
        <p:spPr>
          <a:xfrm>
            <a:off x="2082800" y="4237355"/>
            <a:ext cx="1931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endParaRPr/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>
            <a:off x="4368800" y="4237355"/>
            <a:ext cx="1423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slidenum">
              <a:rPr>
                <a:solidFill>
                  <a:srgbClr val="000000">
                    <a:tint val="75000"/>
                  </a:srgbClr>
                </a:solidFill>
                <a:latin typeface="나눔고딕" charset="0"/>
                <a:ea typeface="나눔고딕" charset="0"/>
              </a:rPr>
              <a:t>‹#›</a:t>
            </a:fld>
            <a:endParaRPr>
              <a:solidFill>
                <a:srgbClr val="000000">
                  <a:tint val="75000"/>
                </a:srgbClr>
              </a:solidFill>
              <a:latin typeface="나눔고딕" charset="0"/>
              <a:ea typeface="나눔고딕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>
            <a:off x="304800" y="182880"/>
            <a:ext cx="5487035" cy="762635"/>
          </a:xfrm>
          <a:prstGeom prst="rect">
            <a:avLst/>
          </a:prstGeom>
        </p:spPr>
        <p:txBody>
          <a:bodyPr vert="horz" wrap="square" lIns="60960" tIns="30480" rIns="60960" bIns="30480" anchor="ctr">
            <a:normAutofit/>
          </a:bodyPr>
          <a:lstStyle/>
          <a:p>
            <a:pPr marL="0" indent="0" latinLnBrk="0">
              <a:buFontTx/>
              <a:buNone/>
            </a:pPr>
            <a:r>
              <a:rPr>
                <a:latin typeface="나눔고딕" charset="0"/>
                <a:ea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/>
          </p:nvPr>
        </p:nvSpPr>
        <p:spPr>
          <a:xfrm>
            <a:off x="304800" y="1066800"/>
            <a:ext cx="5487035" cy="3018155"/>
          </a:xfrm>
          <a:prstGeom prst="rect">
            <a:avLst/>
          </a:prstGeom>
        </p:spPr>
        <p:txBody>
          <a:bodyPr vert="horz" wrap="square" lIns="60960" tIns="30480" rIns="60960" bIns="30480" anchor="t">
            <a:normAutofit/>
          </a:bodyPr>
          <a:lstStyle/>
          <a:p>
            <a:pPr marL="228600" indent="-228600" latinLnBrk="0"/>
            <a:r>
              <a:rPr>
                <a:latin typeface="나눔고딕" charset="0"/>
                <a:ea typeface="나눔고딕" charset="0"/>
              </a:rPr>
              <a:t>Click to edit Master text styles</a:t>
            </a:r>
          </a:p>
          <a:p>
            <a:pPr marL="494665" indent="-190500" latinLnBrk="0"/>
            <a:r>
              <a:rPr>
                <a:latin typeface="나눔고딕" charset="0"/>
                <a:ea typeface="나눔고딕" charset="0"/>
              </a:rPr>
              <a:t>Second level</a:t>
            </a:r>
          </a:p>
          <a:p>
            <a:pPr marL="761365" indent="-152400" latinLnBrk="0"/>
            <a:r>
              <a:rPr>
                <a:latin typeface="나눔고딕" charset="0"/>
                <a:ea typeface="나눔고딕" charset="0"/>
              </a:rPr>
              <a:t>Third level</a:t>
            </a:r>
          </a:p>
          <a:p>
            <a:pPr marL="1066165" indent="-152400" latinLnBrk="0"/>
            <a:r>
              <a:rPr>
                <a:latin typeface="나눔고딕" charset="0"/>
                <a:ea typeface="나눔고딕" charset="0"/>
              </a:rPr>
              <a:t>Fourth level</a:t>
            </a:r>
          </a:p>
          <a:p>
            <a:pPr marL="1370330" indent="-152400" latinLnBrk="0"/>
            <a:r>
              <a:rPr>
                <a:latin typeface="나눔고딕" charset="0"/>
                <a:ea typeface="나눔고딕" charset="0"/>
              </a:rPr>
              <a:t>Fifth level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dt"/>
          </p:nvPr>
        </p:nvSpPr>
        <p:spPr>
          <a:xfrm>
            <a:off x="304800" y="4237355"/>
            <a:ext cx="1423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datetime1">
              <a:rPr lang="en-US" altLang="ko-KR">
                <a:solidFill>
                  <a:srgbClr val="000000">
                    <a:tint val="75000"/>
                  </a:srgbClr>
                </a:solidFill>
                <a:latin typeface="나눔고딕" charset="0"/>
                <a:ea typeface="나눔고딕" charset="0"/>
              </a:rPr>
              <a:t>9/11/26</a:t>
            </a:fld>
            <a:endParaRPr lang="en-US" altLang="ko-KR">
              <a:solidFill>
                <a:srgbClr val="000000">
                  <a:tint val="75000"/>
                </a:srgbClr>
              </a:solidFill>
              <a:latin typeface="나눔고딕" charset="0"/>
              <a:ea typeface="나눔고딕" charset="0"/>
            </a:endParaRPr>
          </a:p>
        </p:txBody>
      </p:sp>
      <p:sp>
        <p:nvSpPr>
          <p:cNvPr id="5" name="Rect 0"/>
          <p:cNvSpPr txBox="1">
            <a:spLocks noGrp="1"/>
          </p:cNvSpPr>
          <p:nvPr>
            <p:ph type="ftr"/>
          </p:nvPr>
        </p:nvSpPr>
        <p:spPr>
          <a:xfrm>
            <a:off x="2082800" y="4237355"/>
            <a:ext cx="1931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endParaRPr/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>
            <a:off x="4368800" y="4237355"/>
            <a:ext cx="1423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slidenum">
              <a:rPr>
                <a:solidFill>
                  <a:srgbClr val="000000">
                    <a:tint val="75000"/>
                  </a:srgbClr>
                </a:solidFill>
                <a:latin typeface="나눔고딕" charset="0"/>
                <a:ea typeface="나눔고딕" charset="0"/>
              </a:rPr>
              <a:t>‹#›</a:t>
            </a:fld>
            <a:endParaRPr>
              <a:solidFill>
                <a:srgbClr val="000000">
                  <a:tint val="75000"/>
                </a:srgbClr>
              </a:solidFill>
              <a:latin typeface="나눔고딕" charset="0"/>
              <a:ea typeface="나눔고딕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>
            <a:off x="481330" y="2938145"/>
            <a:ext cx="5182235" cy="908685"/>
          </a:xfrm>
          <a:prstGeom prst="rect">
            <a:avLst/>
          </a:prstGeom>
        </p:spPr>
        <p:txBody>
          <a:bodyPr vert="horz" wrap="square" lIns="60960" tIns="30480" rIns="60960" bIns="30480" anchor="t">
            <a:normAutofit/>
          </a:bodyPr>
          <a:lstStyle/>
          <a:p>
            <a:pPr marL="0" indent="0" latinLnBrk="0">
              <a:buFontTx/>
              <a:buNone/>
            </a:pPr>
            <a:r>
              <a:rPr>
                <a:latin typeface="나눔고딕" charset="0"/>
                <a:ea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body"/>
          </p:nvPr>
        </p:nvSpPr>
        <p:spPr>
          <a:xfrm>
            <a:off x="481330" y="1938020"/>
            <a:ext cx="5182235" cy="1000760"/>
          </a:xfrm>
          <a:prstGeom prst="rect">
            <a:avLst/>
          </a:prstGeom>
        </p:spPr>
        <p:txBody>
          <a:bodyPr vert="horz" wrap="square" lIns="60960" tIns="30480" rIns="60960" bIns="30480" anchor="b">
            <a:normAutofit/>
          </a:bodyPr>
          <a:lstStyle/>
          <a:p>
            <a:pPr marL="0" indent="0" latinLnBrk="0">
              <a:buFontTx/>
              <a:buNone/>
            </a:pPr>
            <a:r>
              <a:rPr>
                <a:latin typeface="나눔고딕" charset="0"/>
                <a:ea typeface="나눔고딕" charset="0"/>
              </a:rPr>
              <a:t>Click to edit Master text styles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dt"/>
          </p:nvPr>
        </p:nvSpPr>
        <p:spPr>
          <a:xfrm>
            <a:off x="304800" y="4237355"/>
            <a:ext cx="1423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datetime1">
              <a:rPr lang="en-US" altLang="ko-KR">
                <a:solidFill>
                  <a:srgbClr val="000000">
                    <a:tint val="75000"/>
                  </a:srgbClr>
                </a:solidFill>
                <a:latin typeface="나눔고딕" charset="0"/>
                <a:ea typeface="나눔고딕" charset="0"/>
              </a:rPr>
              <a:t>9/11/26</a:t>
            </a:fld>
            <a:endParaRPr lang="en-US" altLang="ko-KR">
              <a:solidFill>
                <a:srgbClr val="000000">
                  <a:tint val="75000"/>
                </a:srgbClr>
              </a:solidFill>
              <a:latin typeface="나눔고딕" charset="0"/>
              <a:ea typeface="나눔고딕" charset="0"/>
            </a:endParaRPr>
          </a:p>
        </p:txBody>
      </p:sp>
      <p:sp>
        <p:nvSpPr>
          <p:cNvPr id="5" name="Rect 0"/>
          <p:cNvSpPr txBox="1">
            <a:spLocks noGrp="1"/>
          </p:cNvSpPr>
          <p:nvPr>
            <p:ph type="ftr"/>
          </p:nvPr>
        </p:nvSpPr>
        <p:spPr>
          <a:xfrm>
            <a:off x="2082800" y="4237355"/>
            <a:ext cx="1931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endParaRPr/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>
            <a:off x="4368800" y="4237355"/>
            <a:ext cx="1423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slidenum">
              <a:rPr>
                <a:solidFill>
                  <a:srgbClr val="000000">
                    <a:tint val="75000"/>
                  </a:srgbClr>
                </a:solidFill>
                <a:latin typeface="나눔고딕" charset="0"/>
                <a:ea typeface="나눔고딕" charset="0"/>
              </a:rPr>
              <a:t>‹#›</a:t>
            </a:fld>
            <a:endParaRPr>
              <a:solidFill>
                <a:srgbClr val="000000">
                  <a:tint val="75000"/>
                </a:srgbClr>
              </a:solidFill>
              <a:latin typeface="나눔고딕" charset="0"/>
              <a:ea typeface="나눔고딕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>
            <a:off x="304800" y="182880"/>
            <a:ext cx="5487035" cy="762635"/>
          </a:xfrm>
          <a:prstGeom prst="rect">
            <a:avLst/>
          </a:prstGeom>
        </p:spPr>
        <p:txBody>
          <a:bodyPr vert="horz" wrap="square" lIns="60960" tIns="30480" rIns="60960" bIns="30480" anchor="ctr">
            <a:normAutofit/>
          </a:bodyPr>
          <a:lstStyle/>
          <a:p>
            <a:pPr marL="0" indent="0" latinLnBrk="0">
              <a:buFontTx/>
              <a:buNone/>
            </a:pPr>
            <a:r>
              <a:rPr>
                <a:latin typeface="나눔고딕" charset="0"/>
                <a:ea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/>
          </p:nvPr>
        </p:nvSpPr>
        <p:spPr>
          <a:xfrm>
            <a:off x="304800" y="1066800"/>
            <a:ext cx="2693035" cy="3018155"/>
          </a:xfrm>
          <a:prstGeom prst="rect">
            <a:avLst/>
          </a:prstGeom>
        </p:spPr>
        <p:txBody>
          <a:bodyPr vert="horz" wrap="square" lIns="60960" tIns="30480" rIns="60960" bIns="30480" anchor="t">
            <a:normAutofit/>
          </a:bodyPr>
          <a:lstStyle/>
          <a:p>
            <a:pPr marL="228600" indent="-228600" latinLnBrk="0"/>
            <a:r>
              <a:rPr>
                <a:latin typeface="나눔고딕" charset="0"/>
                <a:ea typeface="나눔고딕" charset="0"/>
              </a:rPr>
              <a:t>Click to edit Master text styles</a:t>
            </a:r>
          </a:p>
          <a:p>
            <a:pPr marL="494665" indent="-190500" latinLnBrk="0"/>
            <a:r>
              <a:rPr>
                <a:latin typeface="나눔고딕" charset="0"/>
                <a:ea typeface="나눔고딕" charset="0"/>
              </a:rPr>
              <a:t>Second level</a:t>
            </a:r>
          </a:p>
          <a:p>
            <a:pPr marL="761365" indent="-152400" latinLnBrk="0"/>
            <a:r>
              <a:rPr>
                <a:latin typeface="나눔고딕" charset="0"/>
                <a:ea typeface="나눔고딕" charset="0"/>
              </a:rPr>
              <a:t>Third level</a:t>
            </a:r>
          </a:p>
          <a:p>
            <a:pPr marL="1066165" indent="-152400" latinLnBrk="0"/>
            <a:r>
              <a:rPr>
                <a:latin typeface="나눔고딕" charset="0"/>
                <a:ea typeface="나눔고딕" charset="0"/>
              </a:rPr>
              <a:t>Fourth level</a:t>
            </a:r>
          </a:p>
          <a:p>
            <a:pPr marL="1370330" indent="-152400" latinLnBrk="0"/>
            <a:r>
              <a:rPr>
                <a:latin typeface="나눔고딕" charset="0"/>
                <a:ea typeface="나눔고딕" charset="0"/>
              </a:rPr>
              <a:t>Fifth level</a:t>
            </a:r>
          </a:p>
        </p:txBody>
      </p:sp>
      <p:sp>
        <p:nvSpPr>
          <p:cNvPr id="4" name="Rect 0"/>
          <p:cNvSpPr txBox="1">
            <a:spLocks noGrp="1"/>
          </p:cNvSpPr>
          <p:nvPr>
            <p:ph/>
          </p:nvPr>
        </p:nvSpPr>
        <p:spPr>
          <a:xfrm>
            <a:off x="3098800" y="1066800"/>
            <a:ext cx="2693035" cy="3018155"/>
          </a:xfrm>
          <a:prstGeom prst="rect">
            <a:avLst/>
          </a:prstGeom>
        </p:spPr>
        <p:txBody>
          <a:bodyPr vert="horz" wrap="square" lIns="60960" tIns="30480" rIns="60960" bIns="30480" anchor="t">
            <a:normAutofit/>
          </a:bodyPr>
          <a:lstStyle/>
          <a:p>
            <a:pPr marL="228600" indent="-228600" latinLnBrk="0"/>
            <a:r>
              <a:rPr>
                <a:latin typeface="나눔고딕" charset="0"/>
                <a:ea typeface="나눔고딕" charset="0"/>
              </a:rPr>
              <a:t>Click to edit Master text styles</a:t>
            </a:r>
          </a:p>
          <a:p>
            <a:pPr marL="494665" indent="-190500" latinLnBrk="0"/>
            <a:r>
              <a:rPr>
                <a:latin typeface="나눔고딕" charset="0"/>
                <a:ea typeface="나눔고딕" charset="0"/>
              </a:rPr>
              <a:t>Second level</a:t>
            </a:r>
          </a:p>
          <a:p>
            <a:pPr marL="761365" indent="-152400" latinLnBrk="0"/>
            <a:r>
              <a:rPr>
                <a:latin typeface="나눔고딕" charset="0"/>
                <a:ea typeface="나눔고딕" charset="0"/>
              </a:rPr>
              <a:t>Third level</a:t>
            </a:r>
          </a:p>
          <a:p>
            <a:pPr marL="1066165" indent="-152400" latinLnBrk="0"/>
            <a:r>
              <a:rPr>
                <a:latin typeface="나눔고딕" charset="0"/>
                <a:ea typeface="나눔고딕" charset="0"/>
              </a:rPr>
              <a:t>Fourth level</a:t>
            </a:r>
          </a:p>
          <a:p>
            <a:pPr marL="1370330" indent="-152400" latinLnBrk="0"/>
            <a:r>
              <a:rPr>
                <a:latin typeface="나눔고딕" charset="0"/>
                <a:ea typeface="나눔고딕" charset="0"/>
              </a:rPr>
              <a:t>Fifth level</a:t>
            </a:r>
          </a:p>
        </p:txBody>
      </p:sp>
      <p:sp>
        <p:nvSpPr>
          <p:cNvPr id="5" name="Rect 0"/>
          <p:cNvSpPr txBox="1">
            <a:spLocks noGrp="1"/>
          </p:cNvSpPr>
          <p:nvPr>
            <p:ph type="dt"/>
          </p:nvPr>
        </p:nvSpPr>
        <p:spPr>
          <a:xfrm>
            <a:off x="304800" y="4237355"/>
            <a:ext cx="1423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datetime1">
              <a:rPr lang="en-US" altLang="ko-KR">
                <a:solidFill>
                  <a:srgbClr val="000000">
                    <a:tint val="75000"/>
                  </a:srgbClr>
                </a:solidFill>
                <a:latin typeface="나눔고딕" charset="0"/>
                <a:ea typeface="나눔고딕" charset="0"/>
              </a:rPr>
              <a:t>9/11/26</a:t>
            </a:fld>
            <a:endParaRPr lang="en-US" altLang="ko-KR">
              <a:solidFill>
                <a:srgbClr val="000000">
                  <a:tint val="75000"/>
                </a:srgbClr>
              </a:solidFill>
              <a:latin typeface="나눔고딕" charset="0"/>
              <a:ea typeface="나눔고딕" charset="0"/>
            </a:endParaRPr>
          </a:p>
        </p:txBody>
      </p:sp>
      <p:sp>
        <p:nvSpPr>
          <p:cNvPr id="6" name="Rect 0"/>
          <p:cNvSpPr txBox="1">
            <a:spLocks noGrp="1"/>
          </p:cNvSpPr>
          <p:nvPr>
            <p:ph type="ftr"/>
          </p:nvPr>
        </p:nvSpPr>
        <p:spPr>
          <a:xfrm>
            <a:off x="2082800" y="4237355"/>
            <a:ext cx="1931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endParaRPr/>
          </a:p>
        </p:txBody>
      </p:sp>
      <p:sp>
        <p:nvSpPr>
          <p:cNvPr id="7" name="Rect 0"/>
          <p:cNvSpPr txBox="1">
            <a:spLocks noGrp="1"/>
          </p:cNvSpPr>
          <p:nvPr>
            <p:ph type="sldNum"/>
          </p:nvPr>
        </p:nvSpPr>
        <p:spPr>
          <a:xfrm>
            <a:off x="4368800" y="4237355"/>
            <a:ext cx="1423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slidenum">
              <a:rPr>
                <a:solidFill>
                  <a:srgbClr val="000000">
                    <a:tint val="75000"/>
                  </a:srgbClr>
                </a:solidFill>
                <a:latin typeface="나눔고딕" charset="0"/>
                <a:ea typeface="나눔고딕" charset="0"/>
              </a:rPr>
              <a:t>‹#›</a:t>
            </a:fld>
            <a:endParaRPr>
              <a:solidFill>
                <a:srgbClr val="000000">
                  <a:tint val="75000"/>
                </a:srgbClr>
              </a:solidFill>
              <a:latin typeface="나눔고딕" charset="0"/>
              <a:ea typeface="나눔고딕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>
            <a:off x="304800" y="182880"/>
            <a:ext cx="5487035" cy="762635"/>
          </a:xfrm>
          <a:prstGeom prst="rect">
            <a:avLst/>
          </a:prstGeom>
        </p:spPr>
        <p:txBody>
          <a:bodyPr vert="horz" wrap="square" lIns="60960" tIns="30480" rIns="60960" bIns="30480" anchor="ctr">
            <a:normAutofit/>
          </a:bodyPr>
          <a:lstStyle/>
          <a:p>
            <a:pPr marL="0" indent="0" latinLnBrk="0">
              <a:buFontTx/>
              <a:buNone/>
            </a:pPr>
            <a:r>
              <a:rPr>
                <a:latin typeface="나눔고딕" charset="0"/>
                <a:ea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body"/>
          </p:nvPr>
        </p:nvSpPr>
        <p:spPr>
          <a:xfrm>
            <a:off x="304800" y="1023620"/>
            <a:ext cx="2694305" cy="427355"/>
          </a:xfrm>
          <a:prstGeom prst="rect">
            <a:avLst/>
          </a:prstGeom>
        </p:spPr>
        <p:txBody>
          <a:bodyPr vert="horz" wrap="square" lIns="60960" tIns="30480" rIns="60960" bIns="30480" anchor="b">
            <a:normAutofit/>
          </a:bodyPr>
          <a:lstStyle/>
          <a:p>
            <a:pPr marL="0" indent="0" latinLnBrk="0">
              <a:buFontTx/>
              <a:buNone/>
            </a:pPr>
            <a:r>
              <a:rPr>
                <a:latin typeface="나눔고딕" charset="0"/>
                <a:ea typeface="나눔고딕" charset="0"/>
              </a:rPr>
              <a:t>Click to edit Master text styles</a:t>
            </a:r>
          </a:p>
        </p:txBody>
      </p:sp>
      <p:sp>
        <p:nvSpPr>
          <p:cNvPr id="4" name="Rect 0"/>
          <p:cNvSpPr txBox="1">
            <a:spLocks noGrp="1"/>
          </p:cNvSpPr>
          <p:nvPr>
            <p:ph/>
          </p:nvPr>
        </p:nvSpPr>
        <p:spPr>
          <a:xfrm>
            <a:off x="304800" y="1449705"/>
            <a:ext cx="2694305" cy="2634615"/>
          </a:xfrm>
          <a:prstGeom prst="rect">
            <a:avLst/>
          </a:prstGeom>
        </p:spPr>
        <p:txBody>
          <a:bodyPr vert="horz" wrap="square" lIns="60960" tIns="30480" rIns="60960" bIns="30480" anchor="t">
            <a:normAutofit/>
          </a:bodyPr>
          <a:lstStyle/>
          <a:p>
            <a:pPr marL="228600" indent="-228600" latinLnBrk="0"/>
            <a:r>
              <a:rPr>
                <a:latin typeface="나눔고딕" charset="0"/>
                <a:ea typeface="나눔고딕" charset="0"/>
              </a:rPr>
              <a:t>Click to edit Master text styles</a:t>
            </a:r>
          </a:p>
          <a:p>
            <a:pPr marL="494665" indent="-190500" latinLnBrk="0"/>
            <a:r>
              <a:rPr>
                <a:latin typeface="나눔고딕" charset="0"/>
                <a:ea typeface="나눔고딕" charset="0"/>
              </a:rPr>
              <a:t>Second level</a:t>
            </a:r>
          </a:p>
          <a:p>
            <a:pPr marL="761365" indent="-152400" latinLnBrk="0"/>
            <a:r>
              <a:rPr>
                <a:latin typeface="나눔고딕" charset="0"/>
                <a:ea typeface="나눔고딕" charset="0"/>
              </a:rPr>
              <a:t>Third level</a:t>
            </a:r>
          </a:p>
          <a:p>
            <a:pPr marL="1066165" indent="-152400" latinLnBrk="0"/>
            <a:r>
              <a:rPr>
                <a:latin typeface="나눔고딕" charset="0"/>
                <a:ea typeface="나눔고딕" charset="0"/>
              </a:rPr>
              <a:t>Fourth level</a:t>
            </a:r>
          </a:p>
          <a:p>
            <a:pPr marL="1370330" indent="-152400" latinLnBrk="0"/>
            <a:r>
              <a:rPr>
                <a:latin typeface="나눔고딕" charset="0"/>
                <a:ea typeface="나눔고딕" charset="0"/>
              </a:rPr>
              <a:t>Fifth level</a:t>
            </a:r>
          </a:p>
        </p:txBody>
      </p:sp>
      <p:sp>
        <p:nvSpPr>
          <p:cNvPr id="5" name="Rect 0"/>
          <p:cNvSpPr txBox="1">
            <a:spLocks noGrp="1"/>
          </p:cNvSpPr>
          <p:nvPr>
            <p:ph type="body"/>
          </p:nvPr>
        </p:nvSpPr>
        <p:spPr>
          <a:xfrm>
            <a:off x="3096895" y="1023620"/>
            <a:ext cx="2694940" cy="427355"/>
          </a:xfrm>
          <a:prstGeom prst="rect">
            <a:avLst/>
          </a:prstGeom>
        </p:spPr>
        <p:txBody>
          <a:bodyPr vert="horz" wrap="square" lIns="60960" tIns="30480" rIns="60960" bIns="30480" anchor="b">
            <a:normAutofit/>
          </a:bodyPr>
          <a:lstStyle/>
          <a:p>
            <a:pPr marL="0" indent="0" latinLnBrk="0">
              <a:buFontTx/>
              <a:buNone/>
            </a:pPr>
            <a:r>
              <a:rPr>
                <a:latin typeface="나눔고딕" charset="0"/>
                <a:ea typeface="나눔고딕" charset="0"/>
              </a:rPr>
              <a:t>Click to edit Master text styles</a:t>
            </a:r>
          </a:p>
        </p:txBody>
      </p:sp>
      <p:sp>
        <p:nvSpPr>
          <p:cNvPr id="6" name="Rect 0"/>
          <p:cNvSpPr txBox="1">
            <a:spLocks noGrp="1"/>
          </p:cNvSpPr>
          <p:nvPr>
            <p:ph/>
          </p:nvPr>
        </p:nvSpPr>
        <p:spPr>
          <a:xfrm>
            <a:off x="3096895" y="1449705"/>
            <a:ext cx="2694940" cy="2634615"/>
          </a:xfrm>
          <a:prstGeom prst="rect">
            <a:avLst/>
          </a:prstGeom>
        </p:spPr>
        <p:txBody>
          <a:bodyPr vert="horz" wrap="square" lIns="60960" tIns="30480" rIns="60960" bIns="30480" anchor="t">
            <a:normAutofit/>
          </a:bodyPr>
          <a:lstStyle/>
          <a:p>
            <a:pPr marL="228600" indent="-228600" latinLnBrk="0"/>
            <a:r>
              <a:rPr>
                <a:latin typeface="나눔고딕" charset="0"/>
                <a:ea typeface="나눔고딕" charset="0"/>
              </a:rPr>
              <a:t>Click to edit Master text styles</a:t>
            </a:r>
          </a:p>
          <a:p>
            <a:pPr marL="494665" indent="-190500" latinLnBrk="0"/>
            <a:r>
              <a:rPr>
                <a:latin typeface="나눔고딕" charset="0"/>
                <a:ea typeface="나눔고딕" charset="0"/>
              </a:rPr>
              <a:t>Second level</a:t>
            </a:r>
          </a:p>
          <a:p>
            <a:pPr marL="761365" indent="-152400" latinLnBrk="0"/>
            <a:r>
              <a:rPr>
                <a:latin typeface="나눔고딕" charset="0"/>
                <a:ea typeface="나눔고딕" charset="0"/>
              </a:rPr>
              <a:t>Third level</a:t>
            </a:r>
          </a:p>
          <a:p>
            <a:pPr marL="1066165" indent="-152400" latinLnBrk="0"/>
            <a:r>
              <a:rPr>
                <a:latin typeface="나눔고딕" charset="0"/>
                <a:ea typeface="나눔고딕" charset="0"/>
              </a:rPr>
              <a:t>Fourth level</a:t>
            </a:r>
          </a:p>
          <a:p>
            <a:pPr marL="1370330" indent="-152400" latinLnBrk="0"/>
            <a:r>
              <a:rPr>
                <a:latin typeface="나눔고딕" charset="0"/>
                <a:ea typeface="나눔고딕" charset="0"/>
              </a:rPr>
              <a:t>Fifth level</a:t>
            </a:r>
          </a:p>
        </p:txBody>
      </p:sp>
      <p:sp>
        <p:nvSpPr>
          <p:cNvPr id="7" name="Rect 0"/>
          <p:cNvSpPr txBox="1">
            <a:spLocks noGrp="1"/>
          </p:cNvSpPr>
          <p:nvPr>
            <p:ph type="dt"/>
          </p:nvPr>
        </p:nvSpPr>
        <p:spPr>
          <a:xfrm>
            <a:off x="304800" y="4237355"/>
            <a:ext cx="1423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datetime1">
              <a:rPr lang="en-US" altLang="ko-KR">
                <a:solidFill>
                  <a:srgbClr val="000000">
                    <a:tint val="75000"/>
                  </a:srgbClr>
                </a:solidFill>
                <a:latin typeface="나눔고딕" charset="0"/>
                <a:ea typeface="나눔고딕" charset="0"/>
              </a:rPr>
              <a:t>9/11/26</a:t>
            </a:fld>
            <a:endParaRPr lang="en-US" altLang="ko-KR">
              <a:solidFill>
                <a:srgbClr val="000000">
                  <a:tint val="75000"/>
                </a:srgbClr>
              </a:solidFill>
              <a:latin typeface="나눔고딕" charset="0"/>
              <a:ea typeface="나눔고딕" charset="0"/>
            </a:endParaRPr>
          </a:p>
        </p:txBody>
      </p:sp>
      <p:sp>
        <p:nvSpPr>
          <p:cNvPr id="8" name="Rect 0"/>
          <p:cNvSpPr txBox="1">
            <a:spLocks noGrp="1"/>
          </p:cNvSpPr>
          <p:nvPr>
            <p:ph type="ftr"/>
          </p:nvPr>
        </p:nvSpPr>
        <p:spPr>
          <a:xfrm>
            <a:off x="2082800" y="4237355"/>
            <a:ext cx="1931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endParaRPr/>
          </a:p>
        </p:txBody>
      </p:sp>
      <p:sp>
        <p:nvSpPr>
          <p:cNvPr id="9" name="Rect 0"/>
          <p:cNvSpPr txBox="1">
            <a:spLocks noGrp="1"/>
          </p:cNvSpPr>
          <p:nvPr>
            <p:ph type="sldNum"/>
          </p:nvPr>
        </p:nvSpPr>
        <p:spPr>
          <a:xfrm>
            <a:off x="4368800" y="4237355"/>
            <a:ext cx="1423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slidenum">
              <a:rPr>
                <a:solidFill>
                  <a:srgbClr val="000000">
                    <a:tint val="75000"/>
                  </a:srgbClr>
                </a:solidFill>
                <a:latin typeface="나눔고딕" charset="0"/>
                <a:ea typeface="나눔고딕" charset="0"/>
              </a:rPr>
              <a:t>‹#›</a:t>
            </a:fld>
            <a:endParaRPr>
              <a:solidFill>
                <a:srgbClr val="000000">
                  <a:tint val="75000"/>
                </a:srgbClr>
              </a:solidFill>
              <a:latin typeface="나눔고딕" charset="0"/>
              <a:ea typeface="나눔고딕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>
            <a:off x="304800" y="182880"/>
            <a:ext cx="5487035" cy="762635"/>
          </a:xfrm>
          <a:prstGeom prst="rect">
            <a:avLst/>
          </a:prstGeom>
        </p:spPr>
        <p:txBody>
          <a:bodyPr vert="horz" wrap="square" lIns="60960" tIns="30480" rIns="60960" bIns="30480" anchor="ctr">
            <a:normAutofit/>
          </a:bodyPr>
          <a:lstStyle/>
          <a:p>
            <a:pPr marL="0" indent="0" latinLnBrk="0">
              <a:buFontTx/>
              <a:buNone/>
            </a:pPr>
            <a:r>
              <a:rPr>
                <a:latin typeface="나눔고딕" charset="0"/>
                <a:ea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dt"/>
          </p:nvPr>
        </p:nvSpPr>
        <p:spPr>
          <a:xfrm>
            <a:off x="304800" y="4237355"/>
            <a:ext cx="1423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datetime1">
              <a:rPr lang="en-US" altLang="ko-KR">
                <a:solidFill>
                  <a:srgbClr val="000000">
                    <a:tint val="75000"/>
                  </a:srgbClr>
                </a:solidFill>
                <a:latin typeface="나눔고딕" charset="0"/>
                <a:ea typeface="나눔고딕" charset="0"/>
              </a:rPr>
              <a:t>9/11/26</a:t>
            </a:fld>
            <a:endParaRPr lang="en-US" altLang="ko-KR">
              <a:solidFill>
                <a:srgbClr val="000000">
                  <a:tint val="75000"/>
                </a:srgbClr>
              </a:solidFill>
              <a:latin typeface="나눔고딕" charset="0"/>
              <a:ea typeface="나눔고딕" charset="0"/>
            </a:endParaRPr>
          </a:p>
        </p:txBody>
      </p:sp>
      <p:sp>
        <p:nvSpPr>
          <p:cNvPr id="4" name="Rect 0"/>
          <p:cNvSpPr txBox="1">
            <a:spLocks noGrp="1"/>
          </p:cNvSpPr>
          <p:nvPr>
            <p:ph type="ftr"/>
          </p:nvPr>
        </p:nvSpPr>
        <p:spPr>
          <a:xfrm>
            <a:off x="2082800" y="4237355"/>
            <a:ext cx="1931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endParaRPr/>
          </a:p>
        </p:txBody>
      </p:sp>
      <p:sp>
        <p:nvSpPr>
          <p:cNvPr id="5" name="Rect 0"/>
          <p:cNvSpPr txBox="1">
            <a:spLocks noGrp="1"/>
          </p:cNvSpPr>
          <p:nvPr>
            <p:ph type="sldNum"/>
          </p:nvPr>
        </p:nvSpPr>
        <p:spPr>
          <a:xfrm>
            <a:off x="4368800" y="4237355"/>
            <a:ext cx="1423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slidenum">
              <a:rPr>
                <a:solidFill>
                  <a:srgbClr val="000000">
                    <a:tint val="75000"/>
                  </a:srgbClr>
                </a:solidFill>
                <a:latin typeface="나눔고딕" charset="0"/>
                <a:ea typeface="나눔고딕" charset="0"/>
              </a:rPr>
              <a:t>‹#›</a:t>
            </a:fld>
            <a:endParaRPr>
              <a:solidFill>
                <a:srgbClr val="000000">
                  <a:tint val="75000"/>
                </a:srgbClr>
              </a:solidFill>
              <a:latin typeface="나눔고딕" charset="0"/>
              <a:ea typeface="나눔고딕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dt"/>
          </p:nvPr>
        </p:nvSpPr>
        <p:spPr>
          <a:xfrm>
            <a:off x="304800" y="4237355"/>
            <a:ext cx="1423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datetime1">
              <a:rPr lang="en-US" altLang="ko-KR">
                <a:solidFill>
                  <a:srgbClr val="000000">
                    <a:tint val="75000"/>
                  </a:srgbClr>
                </a:solidFill>
                <a:latin typeface="나눔고딕" charset="0"/>
                <a:ea typeface="나눔고딕" charset="0"/>
              </a:rPr>
              <a:t>9/11/26</a:t>
            </a:fld>
            <a:endParaRPr lang="en-US" altLang="ko-KR">
              <a:solidFill>
                <a:srgbClr val="000000">
                  <a:tint val="75000"/>
                </a:srgbClr>
              </a:solidFill>
              <a:latin typeface="나눔고딕" charset="0"/>
              <a:ea typeface="나눔고딕" charset="0"/>
            </a:endParaRPr>
          </a:p>
        </p:txBody>
      </p:sp>
      <p:sp>
        <p:nvSpPr>
          <p:cNvPr id="3" name="Rect 0"/>
          <p:cNvSpPr txBox="1">
            <a:spLocks noGrp="1"/>
          </p:cNvSpPr>
          <p:nvPr>
            <p:ph type="ftr"/>
          </p:nvPr>
        </p:nvSpPr>
        <p:spPr>
          <a:xfrm>
            <a:off x="2082800" y="4237355"/>
            <a:ext cx="1931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endParaRPr/>
          </a:p>
        </p:txBody>
      </p:sp>
      <p:sp>
        <p:nvSpPr>
          <p:cNvPr id="4" name="Rect 0"/>
          <p:cNvSpPr txBox="1">
            <a:spLocks noGrp="1"/>
          </p:cNvSpPr>
          <p:nvPr>
            <p:ph type="sldNum"/>
          </p:nvPr>
        </p:nvSpPr>
        <p:spPr>
          <a:xfrm>
            <a:off x="4368800" y="4237355"/>
            <a:ext cx="1423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slidenum">
              <a:rPr>
                <a:solidFill>
                  <a:srgbClr val="000000">
                    <a:tint val="75000"/>
                  </a:srgbClr>
                </a:solidFill>
                <a:latin typeface="나눔고딕" charset="0"/>
                <a:ea typeface="나눔고딕" charset="0"/>
              </a:rPr>
              <a:t>‹#›</a:t>
            </a:fld>
            <a:endParaRPr>
              <a:solidFill>
                <a:srgbClr val="000000">
                  <a:tint val="75000"/>
                </a:srgbClr>
              </a:solidFill>
              <a:latin typeface="나눔고딕" charset="0"/>
              <a:ea typeface="나눔고딕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>
            <a:off x="304800" y="182245"/>
            <a:ext cx="2005965" cy="775335"/>
          </a:xfrm>
          <a:prstGeom prst="rect">
            <a:avLst/>
          </a:prstGeom>
        </p:spPr>
        <p:txBody>
          <a:bodyPr vert="horz" wrap="square" lIns="60960" tIns="30480" rIns="60960" bIns="30480" anchor="b">
            <a:normAutofit/>
          </a:bodyPr>
          <a:lstStyle/>
          <a:p>
            <a:pPr marL="0" indent="0" latinLnBrk="0">
              <a:buFontTx/>
              <a:buNone/>
            </a:pPr>
            <a:r>
              <a:rPr>
                <a:latin typeface="나눔고딕" charset="0"/>
                <a:ea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/>
          </p:nvPr>
        </p:nvSpPr>
        <p:spPr>
          <a:xfrm>
            <a:off x="2383155" y="182245"/>
            <a:ext cx="3408680" cy="3902710"/>
          </a:xfrm>
          <a:prstGeom prst="rect">
            <a:avLst/>
          </a:prstGeom>
        </p:spPr>
        <p:txBody>
          <a:bodyPr vert="horz" wrap="square" lIns="60960" tIns="30480" rIns="60960" bIns="30480" anchor="t">
            <a:normAutofit/>
          </a:bodyPr>
          <a:lstStyle/>
          <a:p>
            <a:pPr marL="228600" indent="-228600" latinLnBrk="0"/>
            <a:r>
              <a:rPr>
                <a:latin typeface="나눔고딕" charset="0"/>
                <a:ea typeface="나눔고딕" charset="0"/>
              </a:rPr>
              <a:t>Click to edit Master text styles</a:t>
            </a:r>
          </a:p>
          <a:p>
            <a:pPr marL="494665" indent="-190500" latinLnBrk="0"/>
            <a:r>
              <a:rPr>
                <a:latin typeface="나눔고딕" charset="0"/>
                <a:ea typeface="나눔고딕" charset="0"/>
              </a:rPr>
              <a:t>Second level</a:t>
            </a:r>
          </a:p>
          <a:p>
            <a:pPr marL="761365" indent="-152400" latinLnBrk="0"/>
            <a:r>
              <a:rPr>
                <a:latin typeface="나눔고딕" charset="0"/>
                <a:ea typeface="나눔고딕" charset="0"/>
              </a:rPr>
              <a:t>Third level</a:t>
            </a:r>
          </a:p>
          <a:p>
            <a:pPr marL="1066165" indent="-152400" latinLnBrk="0"/>
            <a:r>
              <a:rPr>
                <a:latin typeface="나눔고딕" charset="0"/>
                <a:ea typeface="나눔고딕" charset="0"/>
              </a:rPr>
              <a:t>Fourth level</a:t>
            </a:r>
          </a:p>
          <a:p>
            <a:pPr marL="1370330" indent="-152400" latinLnBrk="0"/>
            <a:r>
              <a:rPr>
                <a:latin typeface="나눔고딕" charset="0"/>
                <a:ea typeface="나눔고딕" charset="0"/>
              </a:rPr>
              <a:t>Fifth level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body"/>
          </p:nvPr>
        </p:nvSpPr>
        <p:spPr>
          <a:xfrm>
            <a:off x="304800" y="956945"/>
            <a:ext cx="2005965" cy="3128010"/>
          </a:xfrm>
          <a:prstGeom prst="rect">
            <a:avLst/>
          </a:prstGeom>
        </p:spPr>
        <p:txBody>
          <a:bodyPr vert="horz" wrap="square" lIns="60960" tIns="30480" rIns="60960" bIns="30480" anchor="t">
            <a:normAutofit/>
          </a:bodyPr>
          <a:lstStyle/>
          <a:p>
            <a:pPr marL="0" indent="0" latinLnBrk="0">
              <a:buFontTx/>
              <a:buNone/>
            </a:pPr>
            <a:r>
              <a:rPr>
                <a:latin typeface="나눔고딕" charset="0"/>
                <a:ea typeface="나눔고딕" charset="0"/>
              </a:rPr>
              <a:t>Click to edit Master text styles</a:t>
            </a:r>
          </a:p>
        </p:txBody>
      </p:sp>
      <p:sp>
        <p:nvSpPr>
          <p:cNvPr id="5" name="Rect 0"/>
          <p:cNvSpPr txBox="1">
            <a:spLocks noGrp="1"/>
          </p:cNvSpPr>
          <p:nvPr>
            <p:ph type="dt"/>
          </p:nvPr>
        </p:nvSpPr>
        <p:spPr>
          <a:xfrm>
            <a:off x="304800" y="4237355"/>
            <a:ext cx="1423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datetime1">
              <a:rPr lang="en-US" altLang="ko-KR">
                <a:solidFill>
                  <a:srgbClr val="000000">
                    <a:tint val="75000"/>
                  </a:srgbClr>
                </a:solidFill>
                <a:latin typeface="나눔고딕" charset="0"/>
                <a:ea typeface="나눔고딕" charset="0"/>
              </a:rPr>
              <a:t>9/11/26</a:t>
            </a:fld>
            <a:endParaRPr lang="en-US" altLang="ko-KR">
              <a:solidFill>
                <a:srgbClr val="000000">
                  <a:tint val="75000"/>
                </a:srgbClr>
              </a:solidFill>
              <a:latin typeface="나눔고딕" charset="0"/>
              <a:ea typeface="나눔고딕" charset="0"/>
            </a:endParaRPr>
          </a:p>
        </p:txBody>
      </p:sp>
      <p:sp>
        <p:nvSpPr>
          <p:cNvPr id="6" name="Rect 0"/>
          <p:cNvSpPr txBox="1">
            <a:spLocks noGrp="1"/>
          </p:cNvSpPr>
          <p:nvPr>
            <p:ph type="ftr"/>
          </p:nvPr>
        </p:nvSpPr>
        <p:spPr>
          <a:xfrm>
            <a:off x="2082800" y="4237355"/>
            <a:ext cx="1931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endParaRPr/>
          </a:p>
        </p:txBody>
      </p:sp>
      <p:sp>
        <p:nvSpPr>
          <p:cNvPr id="7" name="Rect 0"/>
          <p:cNvSpPr txBox="1">
            <a:spLocks noGrp="1"/>
          </p:cNvSpPr>
          <p:nvPr>
            <p:ph type="sldNum"/>
          </p:nvPr>
        </p:nvSpPr>
        <p:spPr>
          <a:xfrm>
            <a:off x="4368800" y="4237355"/>
            <a:ext cx="1423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slidenum">
              <a:rPr>
                <a:solidFill>
                  <a:srgbClr val="000000">
                    <a:tint val="75000"/>
                  </a:srgbClr>
                </a:solidFill>
                <a:latin typeface="나눔고딕" charset="0"/>
                <a:ea typeface="나눔고딕" charset="0"/>
              </a:rPr>
              <a:t>‹#›</a:t>
            </a:fld>
            <a:endParaRPr>
              <a:solidFill>
                <a:srgbClr val="000000">
                  <a:tint val="75000"/>
                </a:srgbClr>
              </a:solidFill>
              <a:latin typeface="나눔고딕" charset="0"/>
              <a:ea typeface="나눔고딕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>
            <a:off x="1195070" y="3200400"/>
            <a:ext cx="3658234" cy="378460"/>
          </a:xfrm>
          <a:prstGeom prst="rect">
            <a:avLst/>
          </a:prstGeom>
        </p:spPr>
        <p:txBody>
          <a:bodyPr vert="horz" wrap="square" lIns="60960" tIns="30480" rIns="60960" bIns="30480" anchor="b">
            <a:normAutofit/>
          </a:bodyPr>
          <a:lstStyle/>
          <a:p>
            <a:pPr marL="0" indent="0" latinLnBrk="0">
              <a:buFontTx/>
              <a:buNone/>
            </a:pPr>
            <a:r>
              <a:rPr>
                <a:latin typeface="나눔고딕" charset="0"/>
                <a:ea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pic"/>
          </p:nvPr>
        </p:nvSpPr>
        <p:spPr>
          <a:xfrm>
            <a:off x="1195070" y="408305"/>
            <a:ext cx="3658234" cy="2743835"/>
          </a:xfrm>
          <a:prstGeom prst="rect">
            <a:avLst/>
          </a:prstGeom>
        </p:spPr>
      </p:sp>
      <p:sp>
        <p:nvSpPr>
          <p:cNvPr id="4" name="Rect 0"/>
          <p:cNvSpPr txBox="1">
            <a:spLocks noGrp="1"/>
          </p:cNvSpPr>
          <p:nvPr>
            <p:ph type="body"/>
          </p:nvPr>
        </p:nvSpPr>
        <p:spPr>
          <a:xfrm>
            <a:off x="1195070" y="3578225"/>
            <a:ext cx="3658234" cy="537210"/>
          </a:xfrm>
          <a:prstGeom prst="rect">
            <a:avLst/>
          </a:prstGeom>
        </p:spPr>
        <p:txBody>
          <a:bodyPr vert="horz" wrap="square" lIns="60960" tIns="30480" rIns="60960" bIns="30480" anchor="t">
            <a:normAutofit/>
          </a:bodyPr>
          <a:lstStyle/>
          <a:p>
            <a:pPr marL="0" indent="0" latinLnBrk="0">
              <a:buFontTx/>
              <a:buNone/>
            </a:pPr>
            <a:r>
              <a:rPr>
                <a:latin typeface="나눔고딕" charset="0"/>
                <a:ea typeface="나눔고딕" charset="0"/>
              </a:rPr>
              <a:t>Click to edit Master text styles</a:t>
            </a:r>
          </a:p>
        </p:txBody>
      </p:sp>
      <p:sp>
        <p:nvSpPr>
          <p:cNvPr id="5" name="Rect 0"/>
          <p:cNvSpPr txBox="1">
            <a:spLocks noGrp="1"/>
          </p:cNvSpPr>
          <p:nvPr>
            <p:ph type="dt"/>
          </p:nvPr>
        </p:nvSpPr>
        <p:spPr>
          <a:xfrm>
            <a:off x="304800" y="4237355"/>
            <a:ext cx="1423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datetime1">
              <a:rPr lang="en-US" altLang="ko-KR">
                <a:solidFill>
                  <a:srgbClr val="000000">
                    <a:tint val="75000"/>
                  </a:srgbClr>
                </a:solidFill>
                <a:latin typeface="나눔고딕" charset="0"/>
                <a:ea typeface="나눔고딕" charset="0"/>
              </a:rPr>
              <a:t>9/11/26</a:t>
            </a:fld>
            <a:endParaRPr lang="en-US" altLang="ko-KR">
              <a:solidFill>
                <a:srgbClr val="000000">
                  <a:tint val="75000"/>
                </a:srgbClr>
              </a:solidFill>
              <a:latin typeface="나눔고딕" charset="0"/>
              <a:ea typeface="나눔고딕" charset="0"/>
            </a:endParaRPr>
          </a:p>
        </p:txBody>
      </p:sp>
      <p:sp>
        <p:nvSpPr>
          <p:cNvPr id="6" name="Rect 0"/>
          <p:cNvSpPr txBox="1">
            <a:spLocks noGrp="1"/>
          </p:cNvSpPr>
          <p:nvPr>
            <p:ph type="ftr"/>
          </p:nvPr>
        </p:nvSpPr>
        <p:spPr>
          <a:xfrm>
            <a:off x="2082800" y="4237355"/>
            <a:ext cx="1931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endParaRPr/>
          </a:p>
        </p:txBody>
      </p:sp>
      <p:sp>
        <p:nvSpPr>
          <p:cNvPr id="7" name="Rect 0"/>
          <p:cNvSpPr txBox="1">
            <a:spLocks noGrp="1"/>
          </p:cNvSpPr>
          <p:nvPr>
            <p:ph type="sldNum"/>
          </p:nvPr>
        </p:nvSpPr>
        <p:spPr>
          <a:xfrm>
            <a:off x="4368800" y="4237355"/>
            <a:ext cx="1423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slidenum">
              <a:rPr>
                <a:solidFill>
                  <a:srgbClr val="000000">
                    <a:tint val="75000"/>
                  </a:srgbClr>
                </a:solidFill>
                <a:latin typeface="나눔고딕" charset="0"/>
                <a:ea typeface="나눔고딕" charset="0"/>
              </a:rPr>
              <a:t>‹#›</a:t>
            </a:fld>
            <a:endParaRPr>
              <a:solidFill>
                <a:srgbClr val="000000">
                  <a:tint val="75000"/>
                </a:srgbClr>
              </a:solidFill>
              <a:latin typeface="나눔고딕" charset="0"/>
              <a:ea typeface="나눔고딕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>
            <a:off x="304800" y="182880"/>
            <a:ext cx="5487035" cy="762635"/>
          </a:xfrm>
          <a:prstGeom prst="rect">
            <a:avLst/>
          </a:prstGeom>
        </p:spPr>
        <p:txBody>
          <a:bodyPr vert="horz" wrap="square" lIns="60960" tIns="30480" rIns="60960" bIns="30480" anchor="ctr">
            <a:normAutofit/>
          </a:bodyPr>
          <a:lstStyle/>
          <a:p>
            <a:pPr marL="0" indent="0" latinLnBrk="0">
              <a:buFontTx/>
              <a:buNone/>
            </a:pPr>
            <a:r>
              <a:rPr>
                <a:latin typeface="나눔고딕" charset="0"/>
                <a:ea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body" orient="vert"/>
          </p:nvPr>
        </p:nvSpPr>
        <p:spPr>
          <a:xfrm>
            <a:off x="304800" y="1066800"/>
            <a:ext cx="5487035" cy="3018155"/>
          </a:xfrm>
          <a:prstGeom prst="rect">
            <a:avLst/>
          </a:prstGeom>
        </p:spPr>
        <p:txBody>
          <a:bodyPr vert="eaVert" wrap="square" lIns="60960" tIns="30480" rIns="60960" bIns="30480" anchor="t">
            <a:normAutofit/>
          </a:bodyPr>
          <a:lstStyle/>
          <a:p>
            <a:pPr marL="228600" indent="-228600" latinLnBrk="0"/>
            <a:r>
              <a:rPr>
                <a:latin typeface="나눔고딕" charset="0"/>
                <a:ea typeface="나눔고딕" charset="0"/>
              </a:rPr>
              <a:t>Click to edit Master text styles</a:t>
            </a:r>
          </a:p>
          <a:p>
            <a:pPr marL="494665" indent="-190500" latinLnBrk="0"/>
            <a:r>
              <a:rPr>
                <a:latin typeface="나눔고딕" charset="0"/>
                <a:ea typeface="나눔고딕" charset="0"/>
              </a:rPr>
              <a:t>Second level</a:t>
            </a:r>
          </a:p>
          <a:p>
            <a:pPr marL="761365" indent="-152400" latinLnBrk="0"/>
            <a:r>
              <a:rPr>
                <a:latin typeface="나눔고딕" charset="0"/>
                <a:ea typeface="나눔고딕" charset="0"/>
              </a:rPr>
              <a:t>Third level</a:t>
            </a:r>
          </a:p>
          <a:p>
            <a:pPr marL="1066165" indent="-152400" latinLnBrk="0"/>
            <a:r>
              <a:rPr>
                <a:latin typeface="나눔고딕" charset="0"/>
                <a:ea typeface="나눔고딕" charset="0"/>
              </a:rPr>
              <a:t>Fourth level</a:t>
            </a:r>
          </a:p>
          <a:p>
            <a:pPr marL="1370330" indent="-152400" latinLnBrk="0"/>
            <a:r>
              <a:rPr>
                <a:latin typeface="나눔고딕" charset="0"/>
                <a:ea typeface="나눔고딕" charset="0"/>
              </a:rPr>
              <a:t>Fifth level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dt"/>
          </p:nvPr>
        </p:nvSpPr>
        <p:spPr>
          <a:xfrm>
            <a:off x="304800" y="4237355"/>
            <a:ext cx="1423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datetime1">
              <a:rPr lang="en-US" altLang="ko-KR">
                <a:solidFill>
                  <a:srgbClr val="000000">
                    <a:tint val="75000"/>
                  </a:srgbClr>
                </a:solidFill>
                <a:latin typeface="나눔고딕" charset="0"/>
                <a:ea typeface="나눔고딕" charset="0"/>
              </a:rPr>
              <a:t>9/11/26</a:t>
            </a:fld>
            <a:endParaRPr lang="en-US" altLang="ko-KR">
              <a:solidFill>
                <a:srgbClr val="000000">
                  <a:tint val="75000"/>
                </a:srgbClr>
              </a:solidFill>
              <a:latin typeface="나눔고딕" charset="0"/>
              <a:ea typeface="나눔고딕" charset="0"/>
            </a:endParaRPr>
          </a:p>
        </p:txBody>
      </p:sp>
      <p:sp>
        <p:nvSpPr>
          <p:cNvPr id="5" name="Rect 0"/>
          <p:cNvSpPr txBox="1">
            <a:spLocks noGrp="1"/>
          </p:cNvSpPr>
          <p:nvPr>
            <p:ph type="ftr"/>
          </p:nvPr>
        </p:nvSpPr>
        <p:spPr>
          <a:xfrm>
            <a:off x="2082800" y="4237355"/>
            <a:ext cx="1931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endParaRPr/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>
            <a:off x="4368800" y="4237355"/>
            <a:ext cx="1423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slidenum">
              <a:rPr>
                <a:solidFill>
                  <a:srgbClr val="000000">
                    <a:tint val="75000"/>
                  </a:srgbClr>
                </a:solidFill>
                <a:latin typeface="나눔고딕" charset="0"/>
                <a:ea typeface="나눔고딕" charset="0"/>
              </a:rPr>
              <a:t>‹#›</a:t>
            </a:fld>
            <a:endParaRPr>
              <a:solidFill>
                <a:srgbClr val="000000">
                  <a:tint val="75000"/>
                </a:srgbClr>
              </a:solidFill>
              <a:latin typeface="나눔고딕" charset="0"/>
              <a:ea typeface="나눔고딕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 orient="vert"/>
          </p:nvPr>
        </p:nvSpPr>
        <p:spPr>
          <a:xfrm>
            <a:off x="4419600" y="182880"/>
            <a:ext cx="1372235" cy="3901440"/>
          </a:xfrm>
          <a:prstGeom prst="rect">
            <a:avLst/>
          </a:prstGeom>
        </p:spPr>
        <p:txBody>
          <a:bodyPr vert="eaVert" wrap="square" lIns="60960" tIns="30480" rIns="60960" bIns="30480" anchor="ctr">
            <a:normAutofit/>
          </a:bodyPr>
          <a:lstStyle/>
          <a:p>
            <a:pPr marL="0" indent="0" latinLnBrk="0">
              <a:buFontTx/>
              <a:buNone/>
            </a:pPr>
            <a:r>
              <a:rPr>
                <a:latin typeface="나눔고딕" charset="0"/>
                <a:ea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body" orient="vert"/>
          </p:nvPr>
        </p:nvSpPr>
        <p:spPr>
          <a:xfrm>
            <a:off x="304800" y="182880"/>
            <a:ext cx="4013835" cy="3901440"/>
          </a:xfrm>
          <a:prstGeom prst="rect">
            <a:avLst/>
          </a:prstGeom>
        </p:spPr>
        <p:txBody>
          <a:bodyPr vert="eaVert" wrap="square" lIns="60960" tIns="30480" rIns="60960" bIns="30480" anchor="t">
            <a:normAutofit/>
          </a:bodyPr>
          <a:lstStyle/>
          <a:p>
            <a:pPr marL="228600" indent="-228600" latinLnBrk="0"/>
            <a:r>
              <a:rPr>
                <a:latin typeface="나눔고딕" charset="0"/>
                <a:ea typeface="나눔고딕" charset="0"/>
              </a:rPr>
              <a:t>Click to edit Master text styles</a:t>
            </a:r>
          </a:p>
          <a:p>
            <a:pPr marL="494665" indent="-190500" latinLnBrk="0"/>
            <a:r>
              <a:rPr>
                <a:latin typeface="나눔고딕" charset="0"/>
                <a:ea typeface="나눔고딕" charset="0"/>
              </a:rPr>
              <a:t>Second level</a:t>
            </a:r>
          </a:p>
          <a:p>
            <a:pPr marL="761365" indent="-152400" latinLnBrk="0"/>
            <a:r>
              <a:rPr>
                <a:latin typeface="나눔고딕" charset="0"/>
                <a:ea typeface="나눔고딕" charset="0"/>
              </a:rPr>
              <a:t>Third level</a:t>
            </a:r>
          </a:p>
          <a:p>
            <a:pPr marL="1066165" indent="-152400" latinLnBrk="0"/>
            <a:r>
              <a:rPr>
                <a:latin typeface="나눔고딕" charset="0"/>
                <a:ea typeface="나눔고딕" charset="0"/>
              </a:rPr>
              <a:t>Fourth level</a:t>
            </a:r>
          </a:p>
          <a:p>
            <a:pPr marL="1370330" indent="-152400" latinLnBrk="0"/>
            <a:r>
              <a:rPr>
                <a:latin typeface="나눔고딕" charset="0"/>
                <a:ea typeface="나눔고딕" charset="0"/>
              </a:rPr>
              <a:t>Fifth level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dt"/>
          </p:nvPr>
        </p:nvSpPr>
        <p:spPr>
          <a:xfrm>
            <a:off x="304800" y="4237355"/>
            <a:ext cx="1423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datetime1">
              <a:rPr lang="en-US" altLang="ko-KR">
                <a:solidFill>
                  <a:srgbClr val="000000">
                    <a:tint val="75000"/>
                  </a:srgbClr>
                </a:solidFill>
                <a:latin typeface="나눔고딕" charset="0"/>
                <a:ea typeface="나눔고딕" charset="0"/>
              </a:rPr>
              <a:t>9/11/26</a:t>
            </a:fld>
            <a:endParaRPr lang="en-US" altLang="ko-KR">
              <a:solidFill>
                <a:srgbClr val="000000">
                  <a:tint val="75000"/>
                </a:srgbClr>
              </a:solidFill>
              <a:latin typeface="나눔고딕" charset="0"/>
              <a:ea typeface="나눔고딕" charset="0"/>
            </a:endParaRPr>
          </a:p>
        </p:txBody>
      </p:sp>
      <p:sp>
        <p:nvSpPr>
          <p:cNvPr id="5" name="Rect 0"/>
          <p:cNvSpPr txBox="1">
            <a:spLocks noGrp="1"/>
          </p:cNvSpPr>
          <p:nvPr>
            <p:ph type="ftr"/>
          </p:nvPr>
        </p:nvSpPr>
        <p:spPr>
          <a:xfrm>
            <a:off x="2082800" y="4237355"/>
            <a:ext cx="1931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endParaRPr/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>
            <a:off x="4368800" y="4237355"/>
            <a:ext cx="1423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slidenum">
              <a:rPr>
                <a:solidFill>
                  <a:srgbClr val="000000">
                    <a:tint val="75000"/>
                  </a:srgbClr>
                </a:solidFill>
                <a:latin typeface="나눔고딕" charset="0"/>
                <a:ea typeface="나눔고딕" charset="0"/>
              </a:rPr>
              <a:t>‹#›</a:t>
            </a:fld>
            <a:endParaRPr>
              <a:solidFill>
                <a:srgbClr val="000000">
                  <a:tint val="75000"/>
                </a:srgbClr>
              </a:solidFill>
              <a:latin typeface="나눔고딕" charset="0"/>
              <a:ea typeface="나눔고딕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ctrTitle"/>
          </p:nvPr>
        </p:nvSpPr>
        <p:spPr>
          <a:xfrm>
            <a:off x="457200" y="1420495"/>
            <a:ext cx="5182235" cy="980440"/>
          </a:xfrm>
          <a:prstGeom prst="rect">
            <a:avLst/>
          </a:prstGeom>
        </p:spPr>
        <p:txBody>
          <a:bodyPr vert="horz" wrap="square" lIns="60960" tIns="30480" rIns="60960" bIns="30480" anchor="ctr">
            <a:normAutofit/>
          </a:bodyPr>
          <a:lstStyle/>
          <a:p>
            <a:pPr marL="0" indent="0" latinLnBrk="0">
              <a:buFontTx/>
              <a:buNone/>
            </a:pPr>
            <a:r>
              <a:rPr>
                <a:latin typeface="나눔고딕" charset="0"/>
                <a:ea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subTitle"/>
          </p:nvPr>
        </p:nvSpPr>
        <p:spPr>
          <a:xfrm>
            <a:off x="914400" y="2590800"/>
            <a:ext cx="4267835" cy="1169035"/>
          </a:xfrm>
          <a:prstGeom prst="rect">
            <a:avLst/>
          </a:prstGeom>
        </p:spPr>
        <p:txBody>
          <a:bodyPr vert="horz" wrap="square" lIns="60960" tIns="30480" rIns="60960" bIns="30480" anchor="t">
            <a:normAutofit/>
          </a:bodyPr>
          <a:lstStyle/>
          <a:p>
            <a:pPr marL="0" indent="0" latinLnBrk="0">
              <a:buFontTx/>
              <a:buNone/>
            </a:pPr>
            <a:r>
              <a:rPr>
                <a:latin typeface="나눔고딕" charset="0"/>
                <a:ea typeface="나눔고딕" charset="0"/>
              </a:rPr>
              <a:t>Click to edit Master subtitle style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dt"/>
          </p:nvPr>
        </p:nvSpPr>
        <p:spPr>
          <a:xfrm>
            <a:off x="304800" y="4237355"/>
            <a:ext cx="1423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datetime1">
              <a:rPr lang="en-US" altLang="ko-KR">
                <a:solidFill>
                  <a:srgbClr val="000000">
                    <a:tint val="75000"/>
                  </a:srgbClr>
                </a:solidFill>
                <a:latin typeface="나눔고딕" charset="0"/>
                <a:ea typeface="나눔고딕" charset="0"/>
              </a:rPr>
              <a:t>9/11/26</a:t>
            </a:fld>
            <a:endParaRPr lang="en-US" altLang="ko-KR">
              <a:solidFill>
                <a:srgbClr val="000000">
                  <a:tint val="75000"/>
                </a:srgbClr>
              </a:solidFill>
              <a:latin typeface="나눔고딕" charset="0"/>
              <a:ea typeface="나눔고딕" charset="0"/>
            </a:endParaRPr>
          </a:p>
        </p:txBody>
      </p:sp>
      <p:sp>
        <p:nvSpPr>
          <p:cNvPr id="5" name="Rect 0"/>
          <p:cNvSpPr txBox="1">
            <a:spLocks noGrp="1"/>
          </p:cNvSpPr>
          <p:nvPr>
            <p:ph type="ftr"/>
          </p:nvPr>
        </p:nvSpPr>
        <p:spPr>
          <a:xfrm>
            <a:off x="2082800" y="4237355"/>
            <a:ext cx="1931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endParaRPr/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>
            <a:off x="4368800" y="4237355"/>
            <a:ext cx="1423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slidenum">
              <a:rPr>
                <a:solidFill>
                  <a:srgbClr val="000000">
                    <a:tint val="75000"/>
                  </a:srgbClr>
                </a:solidFill>
                <a:latin typeface="나눔고딕" charset="0"/>
                <a:ea typeface="나눔고딕" charset="0"/>
              </a:rPr>
              <a:t>‹#›</a:t>
            </a:fld>
            <a:endParaRPr>
              <a:solidFill>
                <a:srgbClr val="000000">
                  <a:tint val="75000"/>
                </a:srgbClr>
              </a:solidFill>
              <a:latin typeface="나눔고딕" charset="0"/>
              <a:ea typeface="나눔고딕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>
            <a:off x="304800" y="182880"/>
            <a:ext cx="5487035" cy="762635"/>
          </a:xfrm>
          <a:prstGeom prst="rect">
            <a:avLst/>
          </a:prstGeom>
        </p:spPr>
        <p:txBody>
          <a:bodyPr vert="horz" wrap="square" lIns="60960" tIns="30480" rIns="60960" bIns="30480" anchor="ctr">
            <a:normAutofit/>
          </a:bodyPr>
          <a:lstStyle/>
          <a:p>
            <a:pPr marL="0" indent="0" latinLnBrk="0">
              <a:buFontTx/>
              <a:buNone/>
            </a:pPr>
            <a:r>
              <a:rPr>
                <a:latin typeface="나눔고딕" charset="0"/>
                <a:ea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/>
          </p:nvPr>
        </p:nvSpPr>
        <p:spPr>
          <a:xfrm>
            <a:off x="304800" y="1066800"/>
            <a:ext cx="5487035" cy="3018155"/>
          </a:xfrm>
          <a:prstGeom prst="rect">
            <a:avLst/>
          </a:prstGeom>
        </p:spPr>
        <p:txBody>
          <a:bodyPr vert="horz" wrap="square" lIns="60960" tIns="30480" rIns="60960" bIns="30480" anchor="t">
            <a:normAutofit/>
          </a:bodyPr>
          <a:lstStyle/>
          <a:p>
            <a:pPr marL="228600" indent="-228600" latinLnBrk="0"/>
            <a:r>
              <a:rPr>
                <a:latin typeface="나눔고딕" charset="0"/>
                <a:ea typeface="나눔고딕" charset="0"/>
              </a:rPr>
              <a:t>Click to edit Master text styles</a:t>
            </a:r>
          </a:p>
          <a:p>
            <a:pPr marL="494665" indent="-190500" latinLnBrk="0"/>
            <a:r>
              <a:rPr>
                <a:latin typeface="나눔고딕" charset="0"/>
                <a:ea typeface="나눔고딕" charset="0"/>
              </a:rPr>
              <a:t>Second level</a:t>
            </a:r>
          </a:p>
          <a:p>
            <a:pPr marL="761365" indent="-152400" latinLnBrk="0"/>
            <a:r>
              <a:rPr>
                <a:latin typeface="나눔고딕" charset="0"/>
                <a:ea typeface="나눔고딕" charset="0"/>
              </a:rPr>
              <a:t>Third level</a:t>
            </a:r>
          </a:p>
          <a:p>
            <a:pPr marL="1066165" indent="-152400" latinLnBrk="0"/>
            <a:r>
              <a:rPr>
                <a:latin typeface="나눔고딕" charset="0"/>
                <a:ea typeface="나눔고딕" charset="0"/>
              </a:rPr>
              <a:t>Fourth level</a:t>
            </a:r>
          </a:p>
          <a:p>
            <a:pPr marL="1370330" indent="-152400" latinLnBrk="0"/>
            <a:r>
              <a:rPr>
                <a:latin typeface="나눔고딕" charset="0"/>
                <a:ea typeface="나눔고딕" charset="0"/>
              </a:rPr>
              <a:t>Fifth level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dt"/>
          </p:nvPr>
        </p:nvSpPr>
        <p:spPr>
          <a:xfrm>
            <a:off x="304800" y="4237355"/>
            <a:ext cx="1423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datetime1">
              <a:rPr lang="en-US" altLang="ko-KR">
                <a:solidFill>
                  <a:srgbClr val="000000">
                    <a:tint val="75000"/>
                  </a:srgbClr>
                </a:solidFill>
                <a:latin typeface="나눔고딕" charset="0"/>
                <a:ea typeface="나눔고딕" charset="0"/>
              </a:rPr>
              <a:t>9/11/26</a:t>
            </a:fld>
            <a:endParaRPr lang="en-US" altLang="ko-KR">
              <a:solidFill>
                <a:srgbClr val="000000">
                  <a:tint val="75000"/>
                </a:srgbClr>
              </a:solidFill>
              <a:latin typeface="나눔고딕" charset="0"/>
              <a:ea typeface="나눔고딕" charset="0"/>
            </a:endParaRPr>
          </a:p>
        </p:txBody>
      </p:sp>
      <p:sp>
        <p:nvSpPr>
          <p:cNvPr id="5" name="Rect 0"/>
          <p:cNvSpPr txBox="1">
            <a:spLocks noGrp="1"/>
          </p:cNvSpPr>
          <p:nvPr>
            <p:ph type="ftr"/>
          </p:nvPr>
        </p:nvSpPr>
        <p:spPr>
          <a:xfrm>
            <a:off x="2082800" y="4237355"/>
            <a:ext cx="1931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endParaRPr/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>
            <a:off x="4368800" y="4237355"/>
            <a:ext cx="1423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slidenum">
              <a:rPr>
                <a:solidFill>
                  <a:srgbClr val="000000">
                    <a:tint val="75000"/>
                  </a:srgbClr>
                </a:solidFill>
                <a:latin typeface="나눔고딕" charset="0"/>
                <a:ea typeface="나눔고딕" charset="0"/>
              </a:rPr>
              <a:t>‹#›</a:t>
            </a:fld>
            <a:endParaRPr>
              <a:solidFill>
                <a:srgbClr val="000000">
                  <a:tint val="75000"/>
                </a:srgbClr>
              </a:solidFill>
              <a:latin typeface="나눔고딕" charset="0"/>
              <a:ea typeface="나눔고딕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>
            <a:off x="481330" y="2938145"/>
            <a:ext cx="5182235" cy="908685"/>
          </a:xfrm>
          <a:prstGeom prst="rect">
            <a:avLst/>
          </a:prstGeom>
        </p:spPr>
        <p:txBody>
          <a:bodyPr vert="horz" wrap="square" lIns="60960" tIns="30480" rIns="60960" bIns="30480" anchor="t">
            <a:normAutofit/>
          </a:bodyPr>
          <a:lstStyle/>
          <a:p>
            <a:pPr marL="0" indent="0" latinLnBrk="0">
              <a:buFontTx/>
              <a:buNone/>
            </a:pPr>
            <a:r>
              <a:rPr>
                <a:latin typeface="나눔고딕" charset="0"/>
                <a:ea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body"/>
          </p:nvPr>
        </p:nvSpPr>
        <p:spPr>
          <a:xfrm>
            <a:off x="481330" y="1938020"/>
            <a:ext cx="5182235" cy="1000760"/>
          </a:xfrm>
          <a:prstGeom prst="rect">
            <a:avLst/>
          </a:prstGeom>
        </p:spPr>
        <p:txBody>
          <a:bodyPr vert="horz" wrap="square" lIns="60960" tIns="30480" rIns="60960" bIns="30480" anchor="b">
            <a:normAutofit/>
          </a:bodyPr>
          <a:lstStyle/>
          <a:p>
            <a:pPr marL="0" indent="0" latinLnBrk="0">
              <a:buFontTx/>
              <a:buNone/>
            </a:pPr>
            <a:r>
              <a:rPr>
                <a:latin typeface="나눔고딕" charset="0"/>
                <a:ea typeface="나눔고딕" charset="0"/>
              </a:rPr>
              <a:t>Click to edit Master text styles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dt"/>
          </p:nvPr>
        </p:nvSpPr>
        <p:spPr>
          <a:xfrm>
            <a:off x="304800" y="4237355"/>
            <a:ext cx="1423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datetime1">
              <a:rPr lang="en-US" altLang="ko-KR">
                <a:solidFill>
                  <a:srgbClr val="000000">
                    <a:tint val="75000"/>
                  </a:srgbClr>
                </a:solidFill>
                <a:latin typeface="나눔고딕" charset="0"/>
                <a:ea typeface="나눔고딕" charset="0"/>
              </a:rPr>
              <a:t>9/11/26</a:t>
            </a:fld>
            <a:endParaRPr lang="en-US" altLang="ko-KR">
              <a:solidFill>
                <a:srgbClr val="000000">
                  <a:tint val="75000"/>
                </a:srgbClr>
              </a:solidFill>
              <a:latin typeface="나눔고딕" charset="0"/>
              <a:ea typeface="나눔고딕" charset="0"/>
            </a:endParaRPr>
          </a:p>
        </p:txBody>
      </p:sp>
      <p:sp>
        <p:nvSpPr>
          <p:cNvPr id="5" name="Rect 0"/>
          <p:cNvSpPr txBox="1">
            <a:spLocks noGrp="1"/>
          </p:cNvSpPr>
          <p:nvPr>
            <p:ph type="ftr"/>
          </p:nvPr>
        </p:nvSpPr>
        <p:spPr>
          <a:xfrm>
            <a:off x="2082800" y="4237355"/>
            <a:ext cx="1931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endParaRPr/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>
            <a:off x="4368800" y="4237355"/>
            <a:ext cx="1423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slidenum">
              <a:rPr>
                <a:solidFill>
                  <a:srgbClr val="000000">
                    <a:tint val="75000"/>
                  </a:srgbClr>
                </a:solidFill>
                <a:latin typeface="나눔고딕" charset="0"/>
                <a:ea typeface="나눔고딕" charset="0"/>
              </a:rPr>
              <a:t>‹#›</a:t>
            </a:fld>
            <a:endParaRPr>
              <a:solidFill>
                <a:srgbClr val="000000">
                  <a:tint val="75000"/>
                </a:srgbClr>
              </a:solidFill>
              <a:latin typeface="나눔고딕" charset="0"/>
              <a:ea typeface="나눔고딕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>
            <a:off x="304800" y="182880"/>
            <a:ext cx="5487035" cy="762635"/>
          </a:xfrm>
          <a:prstGeom prst="rect">
            <a:avLst/>
          </a:prstGeom>
        </p:spPr>
        <p:txBody>
          <a:bodyPr vert="horz" wrap="square" lIns="60960" tIns="30480" rIns="60960" bIns="30480" anchor="ctr">
            <a:normAutofit/>
          </a:bodyPr>
          <a:lstStyle/>
          <a:p>
            <a:pPr marL="0" indent="0" latinLnBrk="0">
              <a:buFontTx/>
              <a:buNone/>
            </a:pPr>
            <a:r>
              <a:rPr>
                <a:latin typeface="나눔고딕" charset="0"/>
                <a:ea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/>
          </p:nvPr>
        </p:nvSpPr>
        <p:spPr>
          <a:xfrm>
            <a:off x="304800" y="1066800"/>
            <a:ext cx="2693035" cy="3018155"/>
          </a:xfrm>
          <a:prstGeom prst="rect">
            <a:avLst/>
          </a:prstGeom>
        </p:spPr>
        <p:txBody>
          <a:bodyPr vert="horz" wrap="square" lIns="60960" tIns="30480" rIns="60960" bIns="30480" anchor="t">
            <a:normAutofit/>
          </a:bodyPr>
          <a:lstStyle/>
          <a:p>
            <a:pPr marL="228600" indent="-228600" latinLnBrk="0"/>
            <a:r>
              <a:rPr>
                <a:latin typeface="나눔고딕" charset="0"/>
                <a:ea typeface="나눔고딕" charset="0"/>
              </a:rPr>
              <a:t>Click to edit Master text styles</a:t>
            </a:r>
          </a:p>
          <a:p>
            <a:pPr marL="494665" indent="-190500" latinLnBrk="0"/>
            <a:r>
              <a:rPr>
                <a:latin typeface="나눔고딕" charset="0"/>
                <a:ea typeface="나눔고딕" charset="0"/>
              </a:rPr>
              <a:t>Second level</a:t>
            </a:r>
          </a:p>
          <a:p>
            <a:pPr marL="761365" indent="-152400" latinLnBrk="0"/>
            <a:r>
              <a:rPr>
                <a:latin typeface="나눔고딕" charset="0"/>
                <a:ea typeface="나눔고딕" charset="0"/>
              </a:rPr>
              <a:t>Third level</a:t>
            </a:r>
          </a:p>
          <a:p>
            <a:pPr marL="1066165" indent="-152400" latinLnBrk="0"/>
            <a:r>
              <a:rPr>
                <a:latin typeface="나눔고딕" charset="0"/>
                <a:ea typeface="나눔고딕" charset="0"/>
              </a:rPr>
              <a:t>Fourth level</a:t>
            </a:r>
          </a:p>
          <a:p>
            <a:pPr marL="1370330" indent="-152400" latinLnBrk="0"/>
            <a:r>
              <a:rPr>
                <a:latin typeface="나눔고딕" charset="0"/>
                <a:ea typeface="나눔고딕" charset="0"/>
              </a:rPr>
              <a:t>Fifth level</a:t>
            </a:r>
          </a:p>
        </p:txBody>
      </p:sp>
      <p:sp>
        <p:nvSpPr>
          <p:cNvPr id="4" name="Rect 0"/>
          <p:cNvSpPr txBox="1">
            <a:spLocks noGrp="1"/>
          </p:cNvSpPr>
          <p:nvPr>
            <p:ph/>
          </p:nvPr>
        </p:nvSpPr>
        <p:spPr>
          <a:xfrm>
            <a:off x="3098800" y="1066800"/>
            <a:ext cx="2693035" cy="3018155"/>
          </a:xfrm>
          <a:prstGeom prst="rect">
            <a:avLst/>
          </a:prstGeom>
        </p:spPr>
        <p:txBody>
          <a:bodyPr vert="horz" wrap="square" lIns="60960" tIns="30480" rIns="60960" bIns="30480" anchor="t">
            <a:normAutofit/>
          </a:bodyPr>
          <a:lstStyle/>
          <a:p>
            <a:pPr marL="228600" indent="-228600" latinLnBrk="0"/>
            <a:r>
              <a:rPr>
                <a:latin typeface="나눔고딕" charset="0"/>
                <a:ea typeface="나눔고딕" charset="0"/>
              </a:rPr>
              <a:t>Click to edit Master text styles</a:t>
            </a:r>
          </a:p>
          <a:p>
            <a:pPr marL="494665" indent="-190500" latinLnBrk="0"/>
            <a:r>
              <a:rPr>
                <a:latin typeface="나눔고딕" charset="0"/>
                <a:ea typeface="나눔고딕" charset="0"/>
              </a:rPr>
              <a:t>Second level</a:t>
            </a:r>
          </a:p>
          <a:p>
            <a:pPr marL="761365" indent="-152400" latinLnBrk="0"/>
            <a:r>
              <a:rPr>
                <a:latin typeface="나눔고딕" charset="0"/>
                <a:ea typeface="나눔고딕" charset="0"/>
              </a:rPr>
              <a:t>Third level</a:t>
            </a:r>
          </a:p>
          <a:p>
            <a:pPr marL="1066165" indent="-152400" latinLnBrk="0"/>
            <a:r>
              <a:rPr>
                <a:latin typeface="나눔고딕" charset="0"/>
                <a:ea typeface="나눔고딕" charset="0"/>
              </a:rPr>
              <a:t>Fourth level</a:t>
            </a:r>
          </a:p>
          <a:p>
            <a:pPr marL="1370330" indent="-152400" latinLnBrk="0"/>
            <a:r>
              <a:rPr>
                <a:latin typeface="나눔고딕" charset="0"/>
                <a:ea typeface="나눔고딕" charset="0"/>
              </a:rPr>
              <a:t>Fifth level</a:t>
            </a:r>
          </a:p>
        </p:txBody>
      </p:sp>
      <p:sp>
        <p:nvSpPr>
          <p:cNvPr id="5" name="Rect 0"/>
          <p:cNvSpPr txBox="1">
            <a:spLocks noGrp="1"/>
          </p:cNvSpPr>
          <p:nvPr>
            <p:ph type="dt"/>
          </p:nvPr>
        </p:nvSpPr>
        <p:spPr>
          <a:xfrm>
            <a:off x="304800" y="4237355"/>
            <a:ext cx="1423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datetime1">
              <a:rPr lang="en-US" altLang="ko-KR">
                <a:solidFill>
                  <a:srgbClr val="000000">
                    <a:tint val="75000"/>
                  </a:srgbClr>
                </a:solidFill>
                <a:latin typeface="나눔고딕" charset="0"/>
                <a:ea typeface="나눔고딕" charset="0"/>
              </a:rPr>
              <a:t>9/11/26</a:t>
            </a:fld>
            <a:endParaRPr lang="en-US" altLang="ko-KR">
              <a:solidFill>
                <a:srgbClr val="000000">
                  <a:tint val="75000"/>
                </a:srgbClr>
              </a:solidFill>
              <a:latin typeface="나눔고딕" charset="0"/>
              <a:ea typeface="나눔고딕" charset="0"/>
            </a:endParaRPr>
          </a:p>
        </p:txBody>
      </p:sp>
      <p:sp>
        <p:nvSpPr>
          <p:cNvPr id="6" name="Rect 0"/>
          <p:cNvSpPr txBox="1">
            <a:spLocks noGrp="1"/>
          </p:cNvSpPr>
          <p:nvPr>
            <p:ph type="ftr"/>
          </p:nvPr>
        </p:nvSpPr>
        <p:spPr>
          <a:xfrm>
            <a:off x="2082800" y="4237355"/>
            <a:ext cx="1931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endParaRPr/>
          </a:p>
        </p:txBody>
      </p:sp>
      <p:sp>
        <p:nvSpPr>
          <p:cNvPr id="7" name="Rect 0"/>
          <p:cNvSpPr txBox="1">
            <a:spLocks noGrp="1"/>
          </p:cNvSpPr>
          <p:nvPr>
            <p:ph type="sldNum"/>
          </p:nvPr>
        </p:nvSpPr>
        <p:spPr>
          <a:xfrm>
            <a:off x="4368800" y="4237355"/>
            <a:ext cx="1423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slidenum">
              <a:rPr>
                <a:solidFill>
                  <a:srgbClr val="000000">
                    <a:tint val="75000"/>
                  </a:srgbClr>
                </a:solidFill>
                <a:latin typeface="나눔고딕" charset="0"/>
                <a:ea typeface="나눔고딕" charset="0"/>
              </a:rPr>
              <a:t>‹#›</a:t>
            </a:fld>
            <a:endParaRPr>
              <a:solidFill>
                <a:srgbClr val="000000">
                  <a:tint val="75000"/>
                </a:srgbClr>
              </a:solidFill>
              <a:latin typeface="나눔고딕" charset="0"/>
              <a:ea typeface="나눔고딕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>
            <a:off x="304800" y="182880"/>
            <a:ext cx="5487035" cy="762635"/>
          </a:xfrm>
          <a:prstGeom prst="rect">
            <a:avLst/>
          </a:prstGeom>
        </p:spPr>
        <p:txBody>
          <a:bodyPr vert="horz" wrap="square" lIns="60960" tIns="30480" rIns="60960" bIns="30480" anchor="ctr">
            <a:normAutofit/>
          </a:bodyPr>
          <a:lstStyle/>
          <a:p>
            <a:pPr marL="0" indent="0" latinLnBrk="0">
              <a:buFontTx/>
              <a:buNone/>
            </a:pPr>
            <a:r>
              <a:rPr>
                <a:latin typeface="나눔고딕" charset="0"/>
                <a:ea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body"/>
          </p:nvPr>
        </p:nvSpPr>
        <p:spPr>
          <a:xfrm>
            <a:off x="304800" y="1023620"/>
            <a:ext cx="2694305" cy="427355"/>
          </a:xfrm>
          <a:prstGeom prst="rect">
            <a:avLst/>
          </a:prstGeom>
        </p:spPr>
        <p:txBody>
          <a:bodyPr vert="horz" wrap="square" lIns="60960" tIns="30480" rIns="60960" bIns="30480" anchor="b">
            <a:normAutofit/>
          </a:bodyPr>
          <a:lstStyle/>
          <a:p>
            <a:pPr marL="0" indent="0" latinLnBrk="0">
              <a:buFontTx/>
              <a:buNone/>
            </a:pPr>
            <a:r>
              <a:rPr>
                <a:latin typeface="나눔고딕" charset="0"/>
                <a:ea typeface="나눔고딕" charset="0"/>
              </a:rPr>
              <a:t>Click to edit Master text styles</a:t>
            </a:r>
          </a:p>
        </p:txBody>
      </p:sp>
      <p:sp>
        <p:nvSpPr>
          <p:cNvPr id="4" name="Rect 0"/>
          <p:cNvSpPr txBox="1">
            <a:spLocks noGrp="1"/>
          </p:cNvSpPr>
          <p:nvPr>
            <p:ph/>
          </p:nvPr>
        </p:nvSpPr>
        <p:spPr>
          <a:xfrm>
            <a:off x="304800" y="1449705"/>
            <a:ext cx="2694305" cy="2634615"/>
          </a:xfrm>
          <a:prstGeom prst="rect">
            <a:avLst/>
          </a:prstGeom>
        </p:spPr>
        <p:txBody>
          <a:bodyPr vert="horz" wrap="square" lIns="60960" tIns="30480" rIns="60960" bIns="30480" anchor="t">
            <a:normAutofit/>
          </a:bodyPr>
          <a:lstStyle/>
          <a:p>
            <a:pPr marL="228600" indent="-228600" latinLnBrk="0"/>
            <a:r>
              <a:rPr>
                <a:latin typeface="나눔고딕" charset="0"/>
                <a:ea typeface="나눔고딕" charset="0"/>
              </a:rPr>
              <a:t>Click to edit Master text styles</a:t>
            </a:r>
          </a:p>
          <a:p>
            <a:pPr marL="494665" indent="-190500" latinLnBrk="0"/>
            <a:r>
              <a:rPr>
                <a:latin typeface="나눔고딕" charset="0"/>
                <a:ea typeface="나눔고딕" charset="0"/>
              </a:rPr>
              <a:t>Second level</a:t>
            </a:r>
          </a:p>
          <a:p>
            <a:pPr marL="761365" indent="-152400" latinLnBrk="0"/>
            <a:r>
              <a:rPr>
                <a:latin typeface="나눔고딕" charset="0"/>
                <a:ea typeface="나눔고딕" charset="0"/>
              </a:rPr>
              <a:t>Third level</a:t>
            </a:r>
          </a:p>
          <a:p>
            <a:pPr marL="1066165" indent="-152400" latinLnBrk="0"/>
            <a:r>
              <a:rPr>
                <a:latin typeface="나눔고딕" charset="0"/>
                <a:ea typeface="나눔고딕" charset="0"/>
              </a:rPr>
              <a:t>Fourth level</a:t>
            </a:r>
          </a:p>
          <a:p>
            <a:pPr marL="1370330" indent="-152400" latinLnBrk="0"/>
            <a:r>
              <a:rPr>
                <a:latin typeface="나눔고딕" charset="0"/>
                <a:ea typeface="나눔고딕" charset="0"/>
              </a:rPr>
              <a:t>Fifth level</a:t>
            </a:r>
          </a:p>
        </p:txBody>
      </p:sp>
      <p:sp>
        <p:nvSpPr>
          <p:cNvPr id="5" name="Rect 0"/>
          <p:cNvSpPr txBox="1">
            <a:spLocks noGrp="1"/>
          </p:cNvSpPr>
          <p:nvPr>
            <p:ph type="body"/>
          </p:nvPr>
        </p:nvSpPr>
        <p:spPr>
          <a:xfrm>
            <a:off x="3096895" y="1023620"/>
            <a:ext cx="2694940" cy="427355"/>
          </a:xfrm>
          <a:prstGeom prst="rect">
            <a:avLst/>
          </a:prstGeom>
        </p:spPr>
        <p:txBody>
          <a:bodyPr vert="horz" wrap="square" lIns="60960" tIns="30480" rIns="60960" bIns="30480" anchor="b">
            <a:normAutofit/>
          </a:bodyPr>
          <a:lstStyle/>
          <a:p>
            <a:pPr marL="0" indent="0" latinLnBrk="0">
              <a:buFontTx/>
              <a:buNone/>
            </a:pPr>
            <a:r>
              <a:rPr>
                <a:latin typeface="나눔고딕" charset="0"/>
                <a:ea typeface="나눔고딕" charset="0"/>
              </a:rPr>
              <a:t>Click to edit Master text styles</a:t>
            </a:r>
          </a:p>
        </p:txBody>
      </p:sp>
      <p:sp>
        <p:nvSpPr>
          <p:cNvPr id="6" name="Rect 0"/>
          <p:cNvSpPr txBox="1">
            <a:spLocks noGrp="1"/>
          </p:cNvSpPr>
          <p:nvPr>
            <p:ph/>
          </p:nvPr>
        </p:nvSpPr>
        <p:spPr>
          <a:xfrm>
            <a:off x="3096895" y="1449705"/>
            <a:ext cx="2694940" cy="2634615"/>
          </a:xfrm>
          <a:prstGeom prst="rect">
            <a:avLst/>
          </a:prstGeom>
        </p:spPr>
        <p:txBody>
          <a:bodyPr vert="horz" wrap="square" lIns="60960" tIns="30480" rIns="60960" bIns="30480" anchor="t">
            <a:normAutofit/>
          </a:bodyPr>
          <a:lstStyle/>
          <a:p>
            <a:pPr marL="228600" indent="-228600" latinLnBrk="0"/>
            <a:r>
              <a:rPr>
                <a:latin typeface="나눔고딕" charset="0"/>
                <a:ea typeface="나눔고딕" charset="0"/>
              </a:rPr>
              <a:t>Click to edit Master text styles</a:t>
            </a:r>
          </a:p>
          <a:p>
            <a:pPr marL="494665" indent="-190500" latinLnBrk="0"/>
            <a:r>
              <a:rPr>
                <a:latin typeface="나눔고딕" charset="0"/>
                <a:ea typeface="나눔고딕" charset="0"/>
              </a:rPr>
              <a:t>Second level</a:t>
            </a:r>
          </a:p>
          <a:p>
            <a:pPr marL="761365" indent="-152400" latinLnBrk="0"/>
            <a:r>
              <a:rPr>
                <a:latin typeface="나눔고딕" charset="0"/>
                <a:ea typeface="나눔고딕" charset="0"/>
              </a:rPr>
              <a:t>Third level</a:t>
            </a:r>
          </a:p>
          <a:p>
            <a:pPr marL="1066165" indent="-152400" latinLnBrk="0"/>
            <a:r>
              <a:rPr>
                <a:latin typeface="나눔고딕" charset="0"/>
                <a:ea typeface="나눔고딕" charset="0"/>
              </a:rPr>
              <a:t>Fourth level</a:t>
            </a:r>
          </a:p>
          <a:p>
            <a:pPr marL="1370330" indent="-152400" latinLnBrk="0"/>
            <a:r>
              <a:rPr>
                <a:latin typeface="나눔고딕" charset="0"/>
                <a:ea typeface="나눔고딕" charset="0"/>
              </a:rPr>
              <a:t>Fifth level</a:t>
            </a:r>
          </a:p>
        </p:txBody>
      </p:sp>
      <p:sp>
        <p:nvSpPr>
          <p:cNvPr id="7" name="Rect 0"/>
          <p:cNvSpPr txBox="1">
            <a:spLocks noGrp="1"/>
          </p:cNvSpPr>
          <p:nvPr>
            <p:ph type="dt"/>
          </p:nvPr>
        </p:nvSpPr>
        <p:spPr>
          <a:xfrm>
            <a:off x="304800" y="4237355"/>
            <a:ext cx="1423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datetime1">
              <a:rPr lang="en-US" altLang="ko-KR">
                <a:solidFill>
                  <a:srgbClr val="000000">
                    <a:tint val="75000"/>
                  </a:srgbClr>
                </a:solidFill>
                <a:latin typeface="나눔고딕" charset="0"/>
                <a:ea typeface="나눔고딕" charset="0"/>
              </a:rPr>
              <a:t>9/11/26</a:t>
            </a:fld>
            <a:endParaRPr lang="en-US" altLang="ko-KR">
              <a:solidFill>
                <a:srgbClr val="000000">
                  <a:tint val="75000"/>
                </a:srgbClr>
              </a:solidFill>
              <a:latin typeface="나눔고딕" charset="0"/>
              <a:ea typeface="나눔고딕" charset="0"/>
            </a:endParaRPr>
          </a:p>
        </p:txBody>
      </p:sp>
      <p:sp>
        <p:nvSpPr>
          <p:cNvPr id="8" name="Rect 0"/>
          <p:cNvSpPr txBox="1">
            <a:spLocks noGrp="1"/>
          </p:cNvSpPr>
          <p:nvPr>
            <p:ph type="ftr"/>
          </p:nvPr>
        </p:nvSpPr>
        <p:spPr>
          <a:xfrm>
            <a:off x="2082800" y="4237355"/>
            <a:ext cx="1931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endParaRPr/>
          </a:p>
        </p:txBody>
      </p:sp>
      <p:sp>
        <p:nvSpPr>
          <p:cNvPr id="9" name="Rect 0"/>
          <p:cNvSpPr txBox="1">
            <a:spLocks noGrp="1"/>
          </p:cNvSpPr>
          <p:nvPr>
            <p:ph type="sldNum"/>
          </p:nvPr>
        </p:nvSpPr>
        <p:spPr>
          <a:xfrm>
            <a:off x="4368800" y="4237355"/>
            <a:ext cx="1423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slidenum">
              <a:rPr>
                <a:solidFill>
                  <a:srgbClr val="000000">
                    <a:tint val="75000"/>
                  </a:srgbClr>
                </a:solidFill>
                <a:latin typeface="나눔고딕" charset="0"/>
                <a:ea typeface="나눔고딕" charset="0"/>
              </a:rPr>
              <a:t>‹#›</a:t>
            </a:fld>
            <a:endParaRPr>
              <a:solidFill>
                <a:srgbClr val="000000">
                  <a:tint val="75000"/>
                </a:srgbClr>
              </a:solidFill>
              <a:latin typeface="나눔고딕" charset="0"/>
              <a:ea typeface="나눔고딕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>
            <a:off x="304800" y="182880"/>
            <a:ext cx="5487035" cy="762635"/>
          </a:xfrm>
          <a:prstGeom prst="rect">
            <a:avLst/>
          </a:prstGeom>
        </p:spPr>
        <p:txBody>
          <a:bodyPr vert="horz" wrap="square" lIns="60960" tIns="30480" rIns="60960" bIns="30480" anchor="ctr">
            <a:normAutofit/>
          </a:bodyPr>
          <a:lstStyle/>
          <a:p>
            <a:pPr marL="0" indent="0" latinLnBrk="0">
              <a:buFontTx/>
              <a:buNone/>
            </a:pPr>
            <a:r>
              <a:rPr>
                <a:latin typeface="나눔고딕" charset="0"/>
                <a:ea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dt"/>
          </p:nvPr>
        </p:nvSpPr>
        <p:spPr>
          <a:xfrm>
            <a:off x="304800" y="4237355"/>
            <a:ext cx="1423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datetime1">
              <a:rPr lang="en-US" altLang="ko-KR">
                <a:solidFill>
                  <a:srgbClr val="000000">
                    <a:tint val="75000"/>
                  </a:srgbClr>
                </a:solidFill>
                <a:latin typeface="나눔고딕" charset="0"/>
                <a:ea typeface="나눔고딕" charset="0"/>
              </a:rPr>
              <a:t>9/11/26</a:t>
            </a:fld>
            <a:endParaRPr lang="en-US" altLang="ko-KR">
              <a:solidFill>
                <a:srgbClr val="000000">
                  <a:tint val="75000"/>
                </a:srgbClr>
              </a:solidFill>
              <a:latin typeface="나눔고딕" charset="0"/>
              <a:ea typeface="나눔고딕" charset="0"/>
            </a:endParaRPr>
          </a:p>
        </p:txBody>
      </p:sp>
      <p:sp>
        <p:nvSpPr>
          <p:cNvPr id="4" name="Rect 0"/>
          <p:cNvSpPr txBox="1">
            <a:spLocks noGrp="1"/>
          </p:cNvSpPr>
          <p:nvPr>
            <p:ph type="ftr"/>
          </p:nvPr>
        </p:nvSpPr>
        <p:spPr>
          <a:xfrm>
            <a:off x="2082800" y="4237355"/>
            <a:ext cx="1931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endParaRPr/>
          </a:p>
        </p:txBody>
      </p:sp>
      <p:sp>
        <p:nvSpPr>
          <p:cNvPr id="5" name="Rect 0"/>
          <p:cNvSpPr txBox="1">
            <a:spLocks noGrp="1"/>
          </p:cNvSpPr>
          <p:nvPr>
            <p:ph type="sldNum"/>
          </p:nvPr>
        </p:nvSpPr>
        <p:spPr>
          <a:xfrm>
            <a:off x="4368800" y="4237355"/>
            <a:ext cx="1423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slidenum">
              <a:rPr>
                <a:solidFill>
                  <a:srgbClr val="000000">
                    <a:tint val="75000"/>
                  </a:srgbClr>
                </a:solidFill>
                <a:latin typeface="나눔고딕" charset="0"/>
                <a:ea typeface="나눔고딕" charset="0"/>
              </a:rPr>
              <a:t>‹#›</a:t>
            </a:fld>
            <a:endParaRPr>
              <a:solidFill>
                <a:srgbClr val="000000">
                  <a:tint val="75000"/>
                </a:srgbClr>
              </a:solidFill>
              <a:latin typeface="나눔고딕" charset="0"/>
              <a:ea typeface="나눔고딕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dt"/>
          </p:nvPr>
        </p:nvSpPr>
        <p:spPr>
          <a:xfrm>
            <a:off x="304800" y="4237355"/>
            <a:ext cx="1423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datetime1">
              <a:rPr lang="en-US" altLang="ko-KR">
                <a:solidFill>
                  <a:srgbClr val="000000">
                    <a:tint val="75000"/>
                  </a:srgbClr>
                </a:solidFill>
                <a:latin typeface="나눔고딕" charset="0"/>
                <a:ea typeface="나눔고딕" charset="0"/>
              </a:rPr>
              <a:t>9/11/26</a:t>
            </a:fld>
            <a:endParaRPr lang="en-US" altLang="ko-KR">
              <a:solidFill>
                <a:srgbClr val="000000">
                  <a:tint val="75000"/>
                </a:srgbClr>
              </a:solidFill>
              <a:latin typeface="나눔고딕" charset="0"/>
              <a:ea typeface="나눔고딕" charset="0"/>
            </a:endParaRPr>
          </a:p>
        </p:txBody>
      </p:sp>
      <p:sp>
        <p:nvSpPr>
          <p:cNvPr id="3" name="Rect 0"/>
          <p:cNvSpPr txBox="1">
            <a:spLocks noGrp="1"/>
          </p:cNvSpPr>
          <p:nvPr>
            <p:ph type="ftr"/>
          </p:nvPr>
        </p:nvSpPr>
        <p:spPr>
          <a:xfrm>
            <a:off x="2082800" y="4237355"/>
            <a:ext cx="1931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endParaRPr/>
          </a:p>
        </p:txBody>
      </p:sp>
      <p:sp>
        <p:nvSpPr>
          <p:cNvPr id="4" name="Rect 0"/>
          <p:cNvSpPr txBox="1">
            <a:spLocks noGrp="1"/>
          </p:cNvSpPr>
          <p:nvPr>
            <p:ph type="sldNum"/>
          </p:nvPr>
        </p:nvSpPr>
        <p:spPr>
          <a:xfrm>
            <a:off x="4368800" y="4237355"/>
            <a:ext cx="1423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slidenum">
              <a:rPr>
                <a:solidFill>
                  <a:srgbClr val="000000">
                    <a:tint val="75000"/>
                  </a:srgbClr>
                </a:solidFill>
                <a:latin typeface="나눔고딕" charset="0"/>
                <a:ea typeface="나눔고딕" charset="0"/>
              </a:rPr>
              <a:t>‹#›</a:t>
            </a:fld>
            <a:endParaRPr>
              <a:solidFill>
                <a:srgbClr val="000000">
                  <a:tint val="75000"/>
                </a:srgbClr>
              </a:solidFill>
              <a:latin typeface="나눔고딕" charset="0"/>
              <a:ea typeface="나눔고딕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>
            <a:off x="304800" y="182245"/>
            <a:ext cx="2005965" cy="775335"/>
          </a:xfrm>
          <a:prstGeom prst="rect">
            <a:avLst/>
          </a:prstGeom>
        </p:spPr>
        <p:txBody>
          <a:bodyPr vert="horz" wrap="square" lIns="60960" tIns="30480" rIns="60960" bIns="30480" anchor="b">
            <a:normAutofit/>
          </a:bodyPr>
          <a:lstStyle/>
          <a:p>
            <a:pPr marL="0" indent="0" latinLnBrk="0">
              <a:buFontTx/>
              <a:buNone/>
            </a:pPr>
            <a:r>
              <a:rPr>
                <a:latin typeface="나눔고딕" charset="0"/>
                <a:ea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/>
          </p:nvPr>
        </p:nvSpPr>
        <p:spPr>
          <a:xfrm>
            <a:off x="2383155" y="182245"/>
            <a:ext cx="3408680" cy="3902710"/>
          </a:xfrm>
          <a:prstGeom prst="rect">
            <a:avLst/>
          </a:prstGeom>
        </p:spPr>
        <p:txBody>
          <a:bodyPr vert="horz" wrap="square" lIns="60960" tIns="30480" rIns="60960" bIns="30480" anchor="t">
            <a:normAutofit/>
          </a:bodyPr>
          <a:lstStyle/>
          <a:p>
            <a:pPr marL="228600" indent="-228600" latinLnBrk="0"/>
            <a:r>
              <a:rPr>
                <a:latin typeface="나눔고딕" charset="0"/>
                <a:ea typeface="나눔고딕" charset="0"/>
              </a:rPr>
              <a:t>Click to edit Master text styles</a:t>
            </a:r>
          </a:p>
          <a:p>
            <a:pPr marL="494665" indent="-190500" latinLnBrk="0"/>
            <a:r>
              <a:rPr>
                <a:latin typeface="나눔고딕" charset="0"/>
                <a:ea typeface="나눔고딕" charset="0"/>
              </a:rPr>
              <a:t>Second level</a:t>
            </a:r>
          </a:p>
          <a:p>
            <a:pPr marL="761365" indent="-152400" latinLnBrk="0"/>
            <a:r>
              <a:rPr>
                <a:latin typeface="나눔고딕" charset="0"/>
                <a:ea typeface="나눔고딕" charset="0"/>
              </a:rPr>
              <a:t>Third level</a:t>
            </a:r>
          </a:p>
          <a:p>
            <a:pPr marL="1066165" indent="-152400" latinLnBrk="0"/>
            <a:r>
              <a:rPr>
                <a:latin typeface="나눔고딕" charset="0"/>
                <a:ea typeface="나눔고딕" charset="0"/>
              </a:rPr>
              <a:t>Fourth level</a:t>
            </a:r>
          </a:p>
          <a:p>
            <a:pPr marL="1370330" indent="-152400" latinLnBrk="0"/>
            <a:r>
              <a:rPr>
                <a:latin typeface="나눔고딕" charset="0"/>
                <a:ea typeface="나눔고딕" charset="0"/>
              </a:rPr>
              <a:t>Fifth level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body"/>
          </p:nvPr>
        </p:nvSpPr>
        <p:spPr>
          <a:xfrm>
            <a:off x="304800" y="956945"/>
            <a:ext cx="2005965" cy="3128010"/>
          </a:xfrm>
          <a:prstGeom prst="rect">
            <a:avLst/>
          </a:prstGeom>
        </p:spPr>
        <p:txBody>
          <a:bodyPr vert="horz" wrap="square" lIns="60960" tIns="30480" rIns="60960" bIns="30480" anchor="t">
            <a:normAutofit/>
          </a:bodyPr>
          <a:lstStyle/>
          <a:p>
            <a:pPr marL="0" indent="0" latinLnBrk="0">
              <a:buFontTx/>
              <a:buNone/>
            </a:pPr>
            <a:r>
              <a:rPr>
                <a:latin typeface="나눔고딕" charset="0"/>
                <a:ea typeface="나눔고딕" charset="0"/>
              </a:rPr>
              <a:t>Click to edit Master text styles</a:t>
            </a:r>
          </a:p>
        </p:txBody>
      </p:sp>
      <p:sp>
        <p:nvSpPr>
          <p:cNvPr id="5" name="Rect 0"/>
          <p:cNvSpPr txBox="1">
            <a:spLocks noGrp="1"/>
          </p:cNvSpPr>
          <p:nvPr>
            <p:ph type="dt"/>
          </p:nvPr>
        </p:nvSpPr>
        <p:spPr>
          <a:xfrm>
            <a:off x="304800" y="4237355"/>
            <a:ext cx="1423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datetime1">
              <a:rPr lang="en-US" altLang="ko-KR">
                <a:solidFill>
                  <a:srgbClr val="000000">
                    <a:tint val="75000"/>
                  </a:srgbClr>
                </a:solidFill>
                <a:latin typeface="나눔고딕" charset="0"/>
                <a:ea typeface="나눔고딕" charset="0"/>
              </a:rPr>
              <a:t>9/11/26</a:t>
            </a:fld>
            <a:endParaRPr lang="en-US" altLang="ko-KR">
              <a:solidFill>
                <a:srgbClr val="000000">
                  <a:tint val="75000"/>
                </a:srgbClr>
              </a:solidFill>
              <a:latin typeface="나눔고딕" charset="0"/>
              <a:ea typeface="나눔고딕" charset="0"/>
            </a:endParaRPr>
          </a:p>
        </p:txBody>
      </p:sp>
      <p:sp>
        <p:nvSpPr>
          <p:cNvPr id="6" name="Rect 0"/>
          <p:cNvSpPr txBox="1">
            <a:spLocks noGrp="1"/>
          </p:cNvSpPr>
          <p:nvPr>
            <p:ph type="ftr"/>
          </p:nvPr>
        </p:nvSpPr>
        <p:spPr>
          <a:xfrm>
            <a:off x="2082800" y="4237355"/>
            <a:ext cx="1931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endParaRPr/>
          </a:p>
        </p:txBody>
      </p:sp>
      <p:sp>
        <p:nvSpPr>
          <p:cNvPr id="7" name="Rect 0"/>
          <p:cNvSpPr txBox="1">
            <a:spLocks noGrp="1"/>
          </p:cNvSpPr>
          <p:nvPr>
            <p:ph type="sldNum"/>
          </p:nvPr>
        </p:nvSpPr>
        <p:spPr>
          <a:xfrm>
            <a:off x="4368800" y="4237355"/>
            <a:ext cx="1423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slidenum">
              <a:rPr>
                <a:solidFill>
                  <a:srgbClr val="000000">
                    <a:tint val="75000"/>
                  </a:srgbClr>
                </a:solidFill>
                <a:latin typeface="나눔고딕" charset="0"/>
                <a:ea typeface="나눔고딕" charset="0"/>
              </a:rPr>
              <a:t>‹#›</a:t>
            </a:fld>
            <a:endParaRPr>
              <a:solidFill>
                <a:srgbClr val="000000">
                  <a:tint val="75000"/>
                </a:srgbClr>
              </a:solidFill>
              <a:latin typeface="나눔고딕" charset="0"/>
              <a:ea typeface="나눔고딕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>
            <a:off x="1195070" y="3200400"/>
            <a:ext cx="3658234" cy="378460"/>
          </a:xfrm>
          <a:prstGeom prst="rect">
            <a:avLst/>
          </a:prstGeom>
        </p:spPr>
        <p:txBody>
          <a:bodyPr vert="horz" wrap="square" lIns="60960" tIns="30480" rIns="60960" bIns="30480" anchor="b">
            <a:normAutofit/>
          </a:bodyPr>
          <a:lstStyle/>
          <a:p>
            <a:pPr marL="0" indent="0" latinLnBrk="0">
              <a:buFontTx/>
              <a:buNone/>
            </a:pPr>
            <a:r>
              <a:rPr>
                <a:latin typeface="나눔고딕" charset="0"/>
                <a:ea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pic"/>
          </p:nvPr>
        </p:nvSpPr>
        <p:spPr>
          <a:xfrm>
            <a:off x="1195070" y="408305"/>
            <a:ext cx="3658234" cy="2743835"/>
          </a:xfrm>
          <a:prstGeom prst="rect">
            <a:avLst/>
          </a:prstGeom>
        </p:spPr>
      </p:sp>
      <p:sp>
        <p:nvSpPr>
          <p:cNvPr id="4" name="Rect 0"/>
          <p:cNvSpPr txBox="1">
            <a:spLocks noGrp="1"/>
          </p:cNvSpPr>
          <p:nvPr>
            <p:ph type="body"/>
          </p:nvPr>
        </p:nvSpPr>
        <p:spPr>
          <a:xfrm>
            <a:off x="1195070" y="3578225"/>
            <a:ext cx="3658234" cy="537210"/>
          </a:xfrm>
          <a:prstGeom prst="rect">
            <a:avLst/>
          </a:prstGeom>
        </p:spPr>
        <p:txBody>
          <a:bodyPr vert="horz" wrap="square" lIns="60960" tIns="30480" rIns="60960" bIns="30480" anchor="t">
            <a:normAutofit/>
          </a:bodyPr>
          <a:lstStyle/>
          <a:p>
            <a:pPr marL="0" indent="0" latinLnBrk="0">
              <a:buFontTx/>
              <a:buNone/>
            </a:pPr>
            <a:r>
              <a:rPr>
                <a:latin typeface="나눔고딕" charset="0"/>
                <a:ea typeface="나눔고딕" charset="0"/>
              </a:rPr>
              <a:t>Click to edit Master text styles</a:t>
            </a:r>
          </a:p>
        </p:txBody>
      </p:sp>
      <p:sp>
        <p:nvSpPr>
          <p:cNvPr id="5" name="Rect 0"/>
          <p:cNvSpPr txBox="1">
            <a:spLocks noGrp="1"/>
          </p:cNvSpPr>
          <p:nvPr>
            <p:ph type="dt"/>
          </p:nvPr>
        </p:nvSpPr>
        <p:spPr>
          <a:xfrm>
            <a:off x="304800" y="4237355"/>
            <a:ext cx="1423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datetime1">
              <a:rPr lang="en-US" altLang="ko-KR">
                <a:solidFill>
                  <a:srgbClr val="000000">
                    <a:tint val="75000"/>
                  </a:srgbClr>
                </a:solidFill>
                <a:latin typeface="나눔고딕" charset="0"/>
                <a:ea typeface="나눔고딕" charset="0"/>
              </a:rPr>
              <a:t>9/11/26</a:t>
            </a:fld>
            <a:endParaRPr lang="en-US" altLang="ko-KR">
              <a:solidFill>
                <a:srgbClr val="000000">
                  <a:tint val="75000"/>
                </a:srgbClr>
              </a:solidFill>
              <a:latin typeface="나눔고딕" charset="0"/>
              <a:ea typeface="나눔고딕" charset="0"/>
            </a:endParaRPr>
          </a:p>
        </p:txBody>
      </p:sp>
      <p:sp>
        <p:nvSpPr>
          <p:cNvPr id="6" name="Rect 0"/>
          <p:cNvSpPr txBox="1">
            <a:spLocks noGrp="1"/>
          </p:cNvSpPr>
          <p:nvPr>
            <p:ph type="ftr"/>
          </p:nvPr>
        </p:nvSpPr>
        <p:spPr>
          <a:xfrm>
            <a:off x="2082800" y="4237355"/>
            <a:ext cx="1931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endParaRPr/>
          </a:p>
        </p:txBody>
      </p:sp>
      <p:sp>
        <p:nvSpPr>
          <p:cNvPr id="7" name="Rect 0"/>
          <p:cNvSpPr txBox="1">
            <a:spLocks noGrp="1"/>
          </p:cNvSpPr>
          <p:nvPr>
            <p:ph type="sldNum"/>
          </p:nvPr>
        </p:nvSpPr>
        <p:spPr>
          <a:xfrm>
            <a:off x="4368800" y="4237355"/>
            <a:ext cx="1423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slidenum">
              <a:rPr>
                <a:solidFill>
                  <a:srgbClr val="000000">
                    <a:tint val="75000"/>
                  </a:srgbClr>
                </a:solidFill>
                <a:latin typeface="나눔고딕" charset="0"/>
                <a:ea typeface="나눔고딕" charset="0"/>
              </a:rPr>
              <a:t>‹#›</a:t>
            </a:fld>
            <a:endParaRPr>
              <a:solidFill>
                <a:srgbClr val="000000">
                  <a:tint val="75000"/>
                </a:srgbClr>
              </a:solidFill>
              <a:latin typeface="나눔고딕" charset="0"/>
              <a:ea typeface="나눔고딕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>
            <a:off x="304800" y="182880"/>
            <a:ext cx="5487035" cy="762635"/>
          </a:xfrm>
          <a:prstGeom prst="rect">
            <a:avLst/>
          </a:prstGeom>
        </p:spPr>
        <p:txBody>
          <a:bodyPr vert="horz" wrap="square" lIns="60960" tIns="30480" rIns="60960" bIns="30480" anchor="ctr">
            <a:normAutofit/>
          </a:bodyPr>
          <a:lstStyle/>
          <a:p>
            <a:pPr marL="0" indent="0" latinLnBrk="0">
              <a:buFontTx/>
              <a:buNone/>
            </a:pPr>
            <a:r>
              <a:rPr>
                <a:latin typeface="나눔고딕" charset="0"/>
                <a:ea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body" orient="vert"/>
          </p:nvPr>
        </p:nvSpPr>
        <p:spPr>
          <a:xfrm>
            <a:off x="304800" y="1066800"/>
            <a:ext cx="5487035" cy="3018155"/>
          </a:xfrm>
          <a:prstGeom prst="rect">
            <a:avLst/>
          </a:prstGeom>
        </p:spPr>
        <p:txBody>
          <a:bodyPr vert="eaVert" wrap="square" lIns="60960" tIns="30480" rIns="60960" bIns="30480" anchor="t">
            <a:normAutofit/>
          </a:bodyPr>
          <a:lstStyle/>
          <a:p>
            <a:pPr marL="228600" indent="-228600" latinLnBrk="0"/>
            <a:r>
              <a:rPr>
                <a:latin typeface="나눔고딕" charset="0"/>
                <a:ea typeface="나눔고딕" charset="0"/>
              </a:rPr>
              <a:t>Click to edit Master text styles</a:t>
            </a:r>
          </a:p>
          <a:p>
            <a:pPr marL="494665" indent="-190500" latinLnBrk="0"/>
            <a:r>
              <a:rPr>
                <a:latin typeface="나눔고딕" charset="0"/>
                <a:ea typeface="나눔고딕" charset="0"/>
              </a:rPr>
              <a:t>Second level</a:t>
            </a:r>
          </a:p>
          <a:p>
            <a:pPr marL="761365" indent="-152400" latinLnBrk="0"/>
            <a:r>
              <a:rPr>
                <a:latin typeface="나눔고딕" charset="0"/>
                <a:ea typeface="나눔고딕" charset="0"/>
              </a:rPr>
              <a:t>Third level</a:t>
            </a:r>
          </a:p>
          <a:p>
            <a:pPr marL="1066165" indent="-152400" latinLnBrk="0"/>
            <a:r>
              <a:rPr>
                <a:latin typeface="나눔고딕" charset="0"/>
                <a:ea typeface="나눔고딕" charset="0"/>
              </a:rPr>
              <a:t>Fourth level</a:t>
            </a:r>
          </a:p>
          <a:p>
            <a:pPr marL="1370330" indent="-152400" latinLnBrk="0"/>
            <a:r>
              <a:rPr>
                <a:latin typeface="나눔고딕" charset="0"/>
                <a:ea typeface="나눔고딕" charset="0"/>
              </a:rPr>
              <a:t>Fifth level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dt"/>
          </p:nvPr>
        </p:nvSpPr>
        <p:spPr>
          <a:xfrm>
            <a:off x="304800" y="4237355"/>
            <a:ext cx="1423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datetime1">
              <a:rPr lang="en-US" altLang="ko-KR">
                <a:solidFill>
                  <a:srgbClr val="000000">
                    <a:tint val="75000"/>
                  </a:srgbClr>
                </a:solidFill>
                <a:latin typeface="나눔고딕" charset="0"/>
                <a:ea typeface="나눔고딕" charset="0"/>
              </a:rPr>
              <a:t>9/11/26</a:t>
            </a:fld>
            <a:endParaRPr lang="en-US" altLang="ko-KR">
              <a:solidFill>
                <a:srgbClr val="000000">
                  <a:tint val="75000"/>
                </a:srgbClr>
              </a:solidFill>
              <a:latin typeface="나눔고딕" charset="0"/>
              <a:ea typeface="나눔고딕" charset="0"/>
            </a:endParaRPr>
          </a:p>
        </p:txBody>
      </p:sp>
      <p:sp>
        <p:nvSpPr>
          <p:cNvPr id="5" name="Rect 0"/>
          <p:cNvSpPr txBox="1">
            <a:spLocks noGrp="1"/>
          </p:cNvSpPr>
          <p:nvPr>
            <p:ph type="ftr"/>
          </p:nvPr>
        </p:nvSpPr>
        <p:spPr>
          <a:xfrm>
            <a:off x="2082800" y="4237355"/>
            <a:ext cx="1931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endParaRPr/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>
            <a:off x="4368800" y="4237355"/>
            <a:ext cx="1423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slidenum">
              <a:rPr>
                <a:solidFill>
                  <a:srgbClr val="000000">
                    <a:tint val="75000"/>
                  </a:srgbClr>
                </a:solidFill>
                <a:latin typeface="나눔고딕" charset="0"/>
                <a:ea typeface="나눔고딕" charset="0"/>
              </a:rPr>
              <a:t>‹#›</a:t>
            </a:fld>
            <a:endParaRPr>
              <a:solidFill>
                <a:srgbClr val="000000">
                  <a:tint val="75000"/>
                </a:srgbClr>
              </a:solidFill>
              <a:latin typeface="나눔고딕" charset="0"/>
              <a:ea typeface="나눔고딕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 orient="vert"/>
          </p:nvPr>
        </p:nvSpPr>
        <p:spPr>
          <a:xfrm>
            <a:off x="4419600" y="182880"/>
            <a:ext cx="1372235" cy="3901440"/>
          </a:xfrm>
          <a:prstGeom prst="rect">
            <a:avLst/>
          </a:prstGeom>
        </p:spPr>
        <p:txBody>
          <a:bodyPr vert="eaVert" wrap="square" lIns="60960" tIns="30480" rIns="60960" bIns="30480" anchor="ctr">
            <a:normAutofit/>
          </a:bodyPr>
          <a:lstStyle/>
          <a:p>
            <a:pPr marL="0" indent="0" latinLnBrk="0">
              <a:buFontTx/>
              <a:buNone/>
            </a:pPr>
            <a:r>
              <a:rPr>
                <a:latin typeface="나눔고딕" charset="0"/>
                <a:ea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body" orient="vert"/>
          </p:nvPr>
        </p:nvSpPr>
        <p:spPr>
          <a:xfrm>
            <a:off x="304800" y="182880"/>
            <a:ext cx="4013835" cy="3901440"/>
          </a:xfrm>
          <a:prstGeom prst="rect">
            <a:avLst/>
          </a:prstGeom>
        </p:spPr>
        <p:txBody>
          <a:bodyPr vert="eaVert" wrap="square" lIns="60960" tIns="30480" rIns="60960" bIns="30480" anchor="t">
            <a:normAutofit/>
          </a:bodyPr>
          <a:lstStyle/>
          <a:p>
            <a:pPr marL="228600" indent="-228600" latinLnBrk="0"/>
            <a:r>
              <a:rPr>
                <a:latin typeface="나눔고딕" charset="0"/>
                <a:ea typeface="나눔고딕" charset="0"/>
              </a:rPr>
              <a:t>Click to edit Master text styles</a:t>
            </a:r>
          </a:p>
          <a:p>
            <a:pPr marL="494665" indent="-190500" latinLnBrk="0"/>
            <a:r>
              <a:rPr>
                <a:latin typeface="나눔고딕" charset="0"/>
                <a:ea typeface="나눔고딕" charset="0"/>
              </a:rPr>
              <a:t>Second level</a:t>
            </a:r>
          </a:p>
          <a:p>
            <a:pPr marL="761365" indent="-152400" latinLnBrk="0"/>
            <a:r>
              <a:rPr>
                <a:latin typeface="나눔고딕" charset="0"/>
                <a:ea typeface="나눔고딕" charset="0"/>
              </a:rPr>
              <a:t>Third level</a:t>
            </a:r>
          </a:p>
          <a:p>
            <a:pPr marL="1066165" indent="-152400" latinLnBrk="0"/>
            <a:r>
              <a:rPr>
                <a:latin typeface="나눔고딕" charset="0"/>
                <a:ea typeface="나눔고딕" charset="0"/>
              </a:rPr>
              <a:t>Fourth level</a:t>
            </a:r>
          </a:p>
          <a:p>
            <a:pPr marL="1370330" indent="-152400" latinLnBrk="0"/>
            <a:r>
              <a:rPr>
                <a:latin typeface="나눔고딕" charset="0"/>
                <a:ea typeface="나눔고딕" charset="0"/>
              </a:rPr>
              <a:t>Fifth level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dt"/>
          </p:nvPr>
        </p:nvSpPr>
        <p:spPr>
          <a:xfrm>
            <a:off x="304800" y="4237355"/>
            <a:ext cx="1423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datetime1">
              <a:rPr lang="en-US" altLang="ko-KR">
                <a:solidFill>
                  <a:srgbClr val="000000">
                    <a:tint val="75000"/>
                  </a:srgbClr>
                </a:solidFill>
                <a:latin typeface="나눔고딕" charset="0"/>
                <a:ea typeface="나눔고딕" charset="0"/>
              </a:rPr>
              <a:t>9/11/26</a:t>
            </a:fld>
            <a:endParaRPr lang="en-US" altLang="ko-KR">
              <a:solidFill>
                <a:srgbClr val="000000">
                  <a:tint val="75000"/>
                </a:srgbClr>
              </a:solidFill>
              <a:latin typeface="나눔고딕" charset="0"/>
              <a:ea typeface="나눔고딕" charset="0"/>
            </a:endParaRPr>
          </a:p>
        </p:txBody>
      </p:sp>
      <p:sp>
        <p:nvSpPr>
          <p:cNvPr id="5" name="Rect 0"/>
          <p:cNvSpPr txBox="1">
            <a:spLocks noGrp="1"/>
          </p:cNvSpPr>
          <p:nvPr>
            <p:ph type="ftr"/>
          </p:nvPr>
        </p:nvSpPr>
        <p:spPr>
          <a:xfrm>
            <a:off x="2082800" y="4237355"/>
            <a:ext cx="1931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endParaRPr/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>
            <a:off x="4368800" y="4237355"/>
            <a:ext cx="1423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slidenum">
              <a:rPr>
                <a:solidFill>
                  <a:srgbClr val="000000">
                    <a:tint val="75000"/>
                  </a:srgbClr>
                </a:solidFill>
                <a:latin typeface="나눔고딕" charset="0"/>
                <a:ea typeface="나눔고딕" charset="0"/>
              </a:rPr>
              <a:t>‹#›</a:t>
            </a:fld>
            <a:endParaRPr>
              <a:solidFill>
                <a:srgbClr val="000000">
                  <a:tint val="75000"/>
                </a:srgbClr>
              </a:solidFill>
              <a:latin typeface="나눔고딕" charset="0"/>
              <a:ea typeface="나눔고딕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2.xml"/><Relationship Id="rId3" Type="http://schemas.openxmlformats.org/officeDocument/2006/relationships/slideLayout" Target="../slideLayouts/slideLayout27.xml"/><Relationship Id="rId7" Type="http://schemas.openxmlformats.org/officeDocument/2006/relationships/slideLayout" Target="../slideLayouts/slideLayout31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6.xml"/><Relationship Id="rId1" Type="http://schemas.openxmlformats.org/officeDocument/2006/relationships/slideLayout" Target="../slideLayouts/slideLayout25.xml"/><Relationship Id="rId6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35.xml"/><Relationship Id="rId5" Type="http://schemas.openxmlformats.org/officeDocument/2006/relationships/slideLayout" Target="../slideLayouts/slideLayout29.xml"/><Relationship Id="rId10" Type="http://schemas.openxmlformats.org/officeDocument/2006/relationships/slideLayout" Target="../slideLayouts/slideLayout34.xml"/><Relationship Id="rId4" Type="http://schemas.openxmlformats.org/officeDocument/2006/relationships/slideLayout" Target="../slideLayouts/slideLayout28.xml"/><Relationship Id="rId9" Type="http://schemas.openxmlformats.org/officeDocument/2006/relationships/slideLayout" Target="../slideLayouts/slideLayout33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3.xml"/><Relationship Id="rId13" Type="http://schemas.openxmlformats.org/officeDocument/2006/relationships/theme" Target="../theme/theme4.xml"/><Relationship Id="rId3" Type="http://schemas.openxmlformats.org/officeDocument/2006/relationships/slideLayout" Target="../slideLayouts/slideLayout38.xml"/><Relationship Id="rId7" Type="http://schemas.openxmlformats.org/officeDocument/2006/relationships/slideLayout" Target="../slideLayouts/slideLayout42.xml"/><Relationship Id="rId12" Type="http://schemas.openxmlformats.org/officeDocument/2006/relationships/slideLayout" Target="../slideLayouts/slideLayout47.xml"/><Relationship Id="rId2" Type="http://schemas.openxmlformats.org/officeDocument/2006/relationships/slideLayout" Target="../slideLayouts/slideLayout37.xml"/><Relationship Id="rId1" Type="http://schemas.openxmlformats.org/officeDocument/2006/relationships/slideLayout" Target="../slideLayouts/slideLayout36.xml"/><Relationship Id="rId6" Type="http://schemas.openxmlformats.org/officeDocument/2006/relationships/slideLayout" Target="../slideLayouts/slideLayout41.xml"/><Relationship Id="rId11" Type="http://schemas.openxmlformats.org/officeDocument/2006/relationships/slideLayout" Target="../slideLayouts/slideLayout46.xml"/><Relationship Id="rId5" Type="http://schemas.openxmlformats.org/officeDocument/2006/relationships/slideLayout" Target="../slideLayouts/slideLayout40.xml"/><Relationship Id="rId10" Type="http://schemas.openxmlformats.org/officeDocument/2006/relationships/slideLayout" Target="../slideLayouts/slideLayout45.xml"/><Relationship Id="rId4" Type="http://schemas.openxmlformats.org/officeDocument/2006/relationships/slideLayout" Target="../slideLayouts/slideLayout39.xml"/><Relationship Id="rId9" Type="http://schemas.openxmlformats.org/officeDocument/2006/relationships/slideLayout" Target="../slideLayouts/slideLayout44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5.xml"/><Relationship Id="rId3" Type="http://schemas.openxmlformats.org/officeDocument/2006/relationships/slideLayout" Target="../slideLayouts/slideLayout50.xml"/><Relationship Id="rId7" Type="http://schemas.openxmlformats.org/officeDocument/2006/relationships/slideLayout" Target="../slideLayouts/slideLayout54.xml"/><Relationship Id="rId12" Type="http://schemas.openxmlformats.org/officeDocument/2006/relationships/theme" Target="../theme/theme5.xml"/><Relationship Id="rId2" Type="http://schemas.openxmlformats.org/officeDocument/2006/relationships/slideLayout" Target="../slideLayouts/slideLayout49.xml"/><Relationship Id="rId1" Type="http://schemas.openxmlformats.org/officeDocument/2006/relationships/slideLayout" Target="../slideLayouts/slideLayout48.xml"/><Relationship Id="rId6" Type="http://schemas.openxmlformats.org/officeDocument/2006/relationships/slideLayout" Target="../slideLayouts/slideLayout53.xml"/><Relationship Id="rId11" Type="http://schemas.openxmlformats.org/officeDocument/2006/relationships/slideLayout" Target="../slideLayouts/slideLayout58.xml"/><Relationship Id="rId5" Type="http://schemas.openxmlformats.org/officeDocument/2006/relationships/slideLayout" Target="../slideLayouts/slideLayout52.xml"/><Relationship Id="rId10" Type="http://schemas.openxmlformats.org/officeDocument/2006/relationships/slideLayout" Target="../slideLayouts/slideLayout57.xml"/><Relationship Id="rId4" Type="http://schemas.openxmlformats.org/officeDocument/2006/relationships/slideLayout" Target="../slideLayouts/slideLayout51.xml"/><Relationship Id="rId9" Type="http://schemas.openxmlformats.org/officeDocument/2006/relationships/slideLayout" Target="../slideLayouts/slideLayout56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6.xml"/><Relationship Id="rId3" Type="http://schemas.openxmlformats.org/officeDocument/2006/relationships/slideLayout" Target="../slideLayouts/slideLayout61.xml"/><Relationship Id="rId7" Type="http://schemas.openxmlformats.org/officeDocument/2006/relationships/slideLayout" Target="../slideLayouts/slideLayout65.xml"/><Relationship Id="rId12" Type="http://schemas.openxmlformats.org/officeDocument/2006/relationships/theme" Target="../theme/theme6.xml"/><Relationship Id="rId2" Type="http://schemas.openxmlformats.org/officeDocument/2006/relationships/slideLayout" Target="../slideLayouts/slideLayout60.xml"/><Relationship Id="rId1" Type="http://schemas.openxmlformats.org/officeDocument/2006/relationships/slideLayout" Target="../slideLayouts/slideLayout59.xml"/><Relationship Id="rId6" Type="http://schemas.openxmlformats.org/officeDocument/2006/relationships/slideLayout" Target="../slideLayouts/slideLayout64.xml"/><Relationship Id="rId11" Type="http://schemas.openxmlformats.org/officeDocument/2006/relationships/slideLayout" Target="../slideLayouts/slideLayout69.xml"/><Relationship Id="rId5" Type="http://schemas.openxmlformats.org/officeDocument/2006/relationships/slideLayout" Target="../slideLayouts/slideLayout63.xml"/><Relationship Id="rId10" Type="http://schemas.openxmlformats.org/officeDocument/2006/relationships/slideLayout" Target="../slideLayouts/slideLayout68.xml"/><Relationship Id="rId4" Type="http://schemas.openxmlformats.org/officeDocument/2006/relationships/slideLayout" Target="../slideLayouts/slideLayout62.xml"/><Relationship Id="rId9" Type="http://schemas.openxmlformats.org/officeDocument/2006/relationships/slideLayout" Target="../slideLayouts/slideLayout6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04800" y="183092"/>
            <a:ext cx="5486400" cy="762000"/>
          </a:xfrm>
          <a:prstGeom prst="rect">
            <a:avLst/>
          </a:prstGeom>
        </p:spPr>
        <p:txBody>
          <a:bodyPr vert="horz" lIns="60900" tIns="30450" rIns="60900" bIns="3045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4800" y="1066802"/>
            <a:ext cx="5486400" cy="3017309"/>
          </a:xfrm>
          <a:prstGeom prst="rect">
            <a:avLst/>
          </a:prstGeom>
        </p:spPr>
        <p:txBody>
          <a:bodyPr vert="horz" lIns="60900" tIns="30450" rIns="60900" bIns="3045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04800" y="4237574"/>
            <a:ext cx="1422400" cy="243417"/>
          </a:xfrm>
          <a:prstGeom prst="rect">
            <a:avLst/>
          </a:prstGeom>
        </p:spPr>
        <p:txBody>
          <a:bodyPr vert="horz" lIns="60900" tIns="30450" rIns="60900" bIns="30450" rtlCol="0" anchor="ctr"/>
          <a:lstStyle>
            <a:lvl1pPr algn="l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608990" latinLnBrk="0"/>
            <a:fld id="{F8166F1F-CE9B-4651-A6AA-CD717754106B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608990" latinLnBrk="0"/>
              <a:t>9/11/26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082800" y="4237574"/>
            <a:ext cx="1930400" cy="243417"/>
          </a:xfrm>
          <a:prstGeom prst="rect">
            <a:avLst/>
          </a:prstGeom>
        </p:spPr>
        <p:txBody>
          <a:bodyPr vert="horz" lIns="60900" tIns="30450" rIns="60900" bIns="30450" rtlCol="0" anchor="ctr"/>
          <a:lstStyle>
            <a:lvl1pPr algn="ct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608990" latinLnBrk="0"/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368800" y="4237574"/>
            <a:ext cx="1422400" cy="243417"/>
          </a:xfrm>
          <a:prstGeom prst="rect">
            <a:avLst/>
          </a:prstGeom>
        </p:spPr>
        <p:txBody>
          <a:bodyPr vert="horz" lIns="60900" tIns="30450" rIns="60900" bIns="3045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608990" latinLnBrk="0"/>
            <a:fld id="{F7021451-1387-4CA6-816F-3879F97B5CBC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608990" latinLnBrk="0"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334399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6944" r:id="rId12"/>
  </p:sldLayoutIdLst>
  <p:txStyles>
    <p:titleStyle>
      <a:lvl1pPr algn="ctr" defTabSz="608990" rtl="0" eaLnBrk="1" latinLnBrk="0" hangingPunct="1">
        <a:spcBef>
          <a:spcPct val="0"/>
        </a:spcBef>
        <a:buNone/>
        <a:defRPr sz="29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370" indent="-228370" algn="l" defTabSz="608990" rtl="0" eaLnBrk="1" latinLnBrk="0" hangingPunct="1">
        <a:spcBef>
          <a:spcPct val="20000"/>
        </a:spcBef>
        <a:buFont typeface="Arial" pitchFamily="34" charset="0"/>
        <a:buChar char="�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494804" indent="-190310" algn="l" defTabSz="608990" rtl="0" eaLnBrk="1" latinLnBrk="0" hangingPunct="1">
        <a:spcBef>
          <a:spcPct val="20000"/>
        </a:spcBef>
        <a:buFont typeface="Arial" pitchFamily="34" charset="0"/>
        <a:buChar char="�"/>
        <a:defRPr sz="1900" kern="1200">
          <a:solidFill>
            <a:schemeClr val="tx1"/>
          </a:solidFill>
          <a:latin typeface="+mn-lt"/>
          <a:ea typeface="+mn-ea"/>
          <a:cs typeface="+mn-cs"/>
        </a:defRPr>
      </a:lvl2pPr>
      <a:lvl3pPr marL="761240" indent="-152250" algn="l" defTabSz="608990" rtl="0" eaLnBrk="1" latinLnBrk="0" hangingPunct="1">
        <a:spcBef>
          <a:spcPct val="20000"/>
        </a:spcBef>
        <a:buFont typeface="Arial" pitchFamily="34" charset="0"/>
        <a:buChar char="�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65739" indent="-152250" algn="l" defTabSz="608990" rtl="0" eaLnBrk="1" latinLnBrk="0" hangingPunct="1">
        <a:spcBef>
          <a:spcPct val="20000"/>
        </a:spcBef>
        <a:buFont typeface="Arial" pitchFamily="34" charset="0"/>
        <a:buChar char="�"/>
        <a:defRPr sz="1300" kern="1200">
          <a:solidFill>
            <a:schemeClr val="tx1"/>
          </a:solidFill>
          <a:latin typeface="+mn-lt"/>
          <a:ea typeface="+mn-ea"/>
          <a:cs typeface="+mn-cs"/>
        </a:defRPr>
      </a:lvl4pPr>
      <a:lvl5pPr marL="1370230" indent="-152250" algn="l" defTabSz="608990" rtl="0" eaLnBrk="1" latinLnBrk="0" hangingPunct="1">
        <a:spcBef>
          <a:spcPct val="20000"/>
        </a:spcBef>
        <a:buFont typeface="Arial" pitchFamily="34" charset="0"/>
        <a:buChar char="�"/>
        <a:defRPr sz="1300" kern="1200">
          <a:solidFill>
            <a:schemeClr val="tx1"/>
          </a:solidFill>
          <a:latin typeface="+mn-lt"/>
          <a:ea typeface="+mn-ea"/>
          <a:cs typeface="+mn-cs"/>
        </a:defRPr>
      </a:lvl5pPr>
      <a:lvl6pPr marL="1674721" indent="-152250" algn="l" defTabSz="608990" rtl="0" eaLnBrk="1" latinLnBrk="0" hangingPunct="1">
        <a:spcBef>
          <a:spcPct val="20000"/>
        </a:spcBef>
        <a:buFont typeface="Arial" pitchFamily="34" charset="0"/>
        <a:buChar char="�"/>
        <a:defRPr sz="1300" kern="1200">
          <a:solidFill>
            <a:schemeClr val="tx1"/>
          </a:solidFill>
          <a:latin typeface="+mn-lt"/>
          <a:ea typeface="+mn-ea"/>
          <a:cs typeface="+mn-cs"/>
        </a:defRPr>
      </a:lvl6pPr>
      <a:lvl7pPr marL="1979220" indent="-152250" algn="l" defTabSz="608990" rtl="0" eaLnBrk="1" latinLnBrk="0" hangingPunct="1">
        <a:spcBef>
          <a:spcPct val="20000"/>
        </a:spcBef>
        <a:buFont typeface="Arial" pitchFamily="34" charset="0"/>
        <a:buChar char="�"/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2283719" indent="-152250" algn="l" defTabSz="608990" rtl="0" eaLnBrk="1" latinLnBrk="0" hangingPunct="1">
        <a:spcBef>
          <a:spcPct val="20000"/>
        </a:spcBef>
        <a:buFont typeface="Arial" pitchFamily="34" charset="0"/>
        <a:buChar char="�"/>
        <a:defRPr sz="1300" kern="1200">
          <a:solidFill>
            <a:schemeClr val="tx1"/>
          </a:solidFill>
          <a:latin typeface="+mn-lt"/>
          <a:ea typeface="+mn-ea"/>
          <a:cs typeface="+mn-cs"/>
        </a:defRPr>
      </a:lvl8pPr>
      <a:lvl9pPr marL="2588210" indent="-152250" algn="l" defTabSz="608990" rtl="0" eaLnBrk="1" latinLnBrk="0" hangingPunct="1">
        <a:spcBef>
          <a:spcPct val="20000"/>
        </a:spcBef>
        <a:buFont typeface="Arial" pitchFamily="34" charset="0"/>
        <a:buChar char="�"/>
        <a:defRPr sz="1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899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1pPr>
      <a:lvl2pPr marL="304500" algn="l" defTabSz="60899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608990" algn="l" defTabSz="60899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913490" algn="l" defTabSz="60899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217980" algn="l" defTabSz="60899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1522480" algn="l" defTabSz="60899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826977" algn="l" defTabSz="60899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2131470" algn="l" defTabSz="60899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2435960" algn="l" defTabSz="60899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04800" y="182880"/>
            <a:ext cx="5486400" cy="762000"/>
          </a:xfrm>
          <a:prstGeom prst="rect">
            <a:avLst/>
          </a:prstGeom>
        </p:spPr>
        <p:txBody>
          <a:bodyPr vert="horz" lIns="60912" tIns="30456" rIns="60912" bIns="30456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4800" y="1066800"/>
            <a:ext cx="5486400" cy="3017520"/>
          </a:xfrm>
          <a:prstGeom prst="rect">
            <a:avLst/>
          </a:prstGeom>
        </p:spPr>
        <p:txBody>
          <a:bodyPr vert="horz" lIns="60912" tIns="30456" rIns="60912" bIns="30456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04800" y="4237355"/>
            <a:ext cx="1422400" cy="243205"/>
          </a:xfrm>
          <a:prstGeom prst="rect">
            <a:avLst/>
          </a:prstGeom>
        </p:spPr>
        <p:txBody>
          <a:bodyPr vert="horz" lIns="60912" tIns="30456" rIns="60912" bIns="30456" rtlCol="0" anchor="ctr"/>
          <a:lstStyle>
            <a:lvl1pPr algn="l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609112" latinLnBrk="0"/>
            <a:fld id="{F8166F1F-CE9B-4651-A6AA-CD717754106B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609112" latinLnBrk="0"/>
              <a:t>9/11/26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082800" y="4237355"/>
            <a:ext cx="1930400" cy="243205"/>
          </a:xfrm>
          <a:prstGeom prst="rect">
            <a:avLst/>
          </a:prstGeom>
        </p:spPr>
        <p:txBody>
          <a:bodyPr vert="horz" lIns="60912" tIns="30456" rIns="60912" bIns="30456" rtlCol="0" anchor="ctr"/>
          <a:lstStyle>
            <a:lvl1pPr algn="ct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609112" latinLnBrk="0"/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368800" y="4237355"/>
            <a:ext cx="1422400" cy="243205"/>
          </a:xfrm>
          <a:prstGeom prst="rect">
            <a:avLst/>
          </a:prstGeom>
        </p:spPr>
        <p:txBody>
          <a:bodyPr vert="horz" lIns="60912" tIns="30456" rIns="60912" bIns="30456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609112" latinLnBrk="0"/>
            <a:fld id="{F7021451-1387-4CA6-816F-3879F97B5CBC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609112" latinLnBrk="0"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040419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795" r:id="rId1"/>
    <p:sldLayoutId id="2147484796" r:id="rId2"/>
    <p:sldLayoutId id="2147484797" r:id="rId3"/>
    <p:sldLayoutId id="2147484798" r:id="rId4"/>
    <p:sldLayoutId id="2147484799" r:id="rId5"/>
    <p:sldLayoutId id="2147484800" r:id="rId6"/>
    <p:sldLayoutId id="2147484801" r:id="rId7"/>
    <p:sldLayoutId id="2147484802" r:id="rId8"/>
    <p:sldLayoutId id="2147484803" r:id="rId9"/>
    <p:sldLayoutId id="2147484804" r:id="rId10"/>
    <p:sldLayoutId id="2147484805" r:id="rId11"/>
    <p:sldLayoutId id="2147486943" r:id="rId12"/>
  </p:sldLayoutIdLst>
  <p:txStyles>
    <p:titleStyle>
      <a:lvl1pPr algn="ctr" defTabSz="609112" rtl="0" eaLnBrk="1" latinLnBrk="0" hangingPunct="1">
        <a:spcBef>
          <a:spcPct val="0"/>
        </a:spcBef>
        <a:buNone/>
        <a:defRPr sz="29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416" indent="-228416" algn="l" defTabSz="609112" rtl="0" eaLnBrk="1" latinLnBrk="0" hangingPunct="1">
        <a:spcBef>
          <a:spcPct val="20000"/>
        </a:spcBef>
        <a:buFont typeface="Arial" pitchFamily="34" charset="0"/>
        <a:buChar char="�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494902" indent="-190348" algn="l" defTabSz="609112" rtl="0" eaLnBrk="1" latinLnBrk="0" hangingPunct="1">
        <a:spcBef>
          <a:spcPct val="20000"/>
        </a:spcBef>
        <a:buFont typeface="Arial" pitchFamily="34" charset="0"/>
        <a:buChar char="�"/>
        <a:defRPr sz="1900" kern="1200">
          <a:solidFill>
            <a:schemeClr val="tx1"/>
          </a:solidFill>
          <a:latin typeface="+mn-lt"/>
          <a:ea typeface="+mn-ea"/>
          <a:cs typeface="+mn-cs"/>
        </a:defRPr>
      </a:lvl2pPr>
      <a:lvl3pPr marL="761392" indent="-152280" algn="l" defTabSz="609112" rtl="0" eaLnBrk="1" latinLnBrk="0" hangingPunct="1">
        <a:spcBef>
          <a:spcPct val="20000"/>
        </a:spcBef>
        <a:buFont typeface="Arial" pitchFamily="34" charset="0"/>
        <a:buChar char="�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65951" indent="-152280" algn="l" defTabSz="609112" rtl="0" eaLnBrk="1" latinLnBrk="0" hangingPunct="1">
        <a:spcBef>
          <a:spcPct val="20000"/>
        </a:spcBef>
        <a:buFont typeface="Arial" pitchFamily="34" charset="0"/>
        <a:buChar char="�"/>
        <a:defRPr sz="1300" kern="1200">
          <a:solidFill>
            <a:schemeClr val="tx1"/>
          </a:solidFill>
          <a:latin typeface="+mn-lt"/>
          <a:ea typeface="+mn-ea"/>
          <a:cs typeface="+mn-cs"/>
        </a:defRPr>
      </a:lvl4pPr>
      <a:lvl5pPr marL="1370504" indent="-152280" algn="l" defTabSz="609112" rtl="0" eaLnBrk="1" latinLnBrk="0" hangingPunct="1">
        <a:spcBef>
          <a:spcPct val="20000"/>
        </a:spcBef>
        <a:buFont typeface="Arial" pitchFamily="34" charset="0"/>
        <a:buChar char="�"/>
        <a:defRPr sz="1300" kern="1200">
          <a:solidFill>
            <a:schemeClr val="tx1"/>
          </a:solidFill>
          <a:latin typeface="+mn-lt"/>
          <a:ea typeface="+mn-ea"/>
          <a:cs typeface="+mn-cs"/>
        </a:defRPr>
      </a:lvl5pPr>
      <a:lvl6pPr marL="1675056" indent="-152280" algn="l" defTabSz="609112" rtl="0" eaLnBrk="1" latinLnBrk="0" hangingPunct="1">
        <a:spcBef>
          <a:spcPct val="20000"/>
        </a:spcBef>
        <a:buFont typeface="Arial" pitchFamily="34" charset="0"/>
        <a:buChar char="�"/>
        <a:defRPr sz="1300" kern="1200">
          <a:solidFill>
            <a:schemeClr val="tx1"/>
          </a:solidFill>
          <a:latin typeface="+mn-lt"/>
          <a:ea typeface="+mn-ea"/>
          <a:cs typeface="+mn-cs"/>
        </a:defRPr>
      </a:lvl6pPr>
      <a:lvl7pPr marL="1979616" indent="-152280" algn="l" defTabSz="609112" rtl="0" eaLnBrk="1" latinLnBrk="0" hangingPunct="1">
        <a:spcBef>
          <a:spcPct val="20000"/>
        </a:spcBef>
        <a:buFont typeface="Arial" pitchFamily="34" charset="0"/>
        <a:buChar char="�"/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2284175" indent="-152280" algn="l" defTabSz="609112" rtl="0" eaLnBrk="1" latinLnBrk="0" hangingPunct="1">
        <a:spcBef>
          <a:spcPct val="20000"/>
        </a:spcBef>
        <a:buFont typeface="Arial" pitchFamily="34" charset="0"/>
        <a:buChar char="�"/>
        <a:defRPr sz="1300" kern="1200">
          <a:solidFill>
            <a:schemeClr val="tx1"/>
          </a:solidFill>
          <a:latin typeface="+mn-lt"/>
          <a:ea typeface="+mn-ea"/>
          <a:cs typeface="+mn-cs"/>
        </a:defRPr>
      </a:lvl8pPr>
      <a:lvl9pPr marL="2588728" indent="-152280" algn="l" defTabSz="609112" rtl="0" eaLnBrk="1" latinLnBrk="0" hangingPunct="1">
        <a:spcBef>
          <a:spcPct val="20000"/>
        </a:spcBef>
        <a:buFont typeface="Arial" pitchFamily="34" charset="0"/>
        <a:buChar char="�"/>
        <a:defRPr sz="1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112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1pPr>
      <a:lvl2pPr marL="304560" algn="l" defTabSz="609112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609112" algn="l" defTabSz="609112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913672" algn="l" defTabSz="609112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218224" algn="l" defTabSz="609112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1522784" algn="l" defTabSz="609112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827341" algn="l" defTabSz="609112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2131896" algn="l" defTabSz="609112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2436448" algn="l" defTabSz="609112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04800" y="182880"/>
            <a:ext cx="5486400" cy="762000"/>
          </a:xfrm>
          <a:prstGeom prst="rect">
            <a:avLst/>
          </a:prstGeom>
        </p:spPr>
        <p:txBody>
          <a:bodyPr vert="horz" lIns="60954" tIns="30477" rIns="60954" bIns="30477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4800" y="1066800"/>
            <a:ext cx="5486400" cy="3017520"/>
          </a:xfrm>
          <a:prstGeom prst="rect">
            <a:avLst/>
          </a:prstGeom>
        </p:spPr>
        <p:txBody>
          <a:bodyPr vert="horz" lIns="60954" tIns="30477" rIns="60954" bIns="30477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04800" y="4237355"/>
            <a:ext cx="1422400" cy="243205"/>
          </a:xfrm>
          <a:prstGeom prst="rect">
            <a:avLst/>
          </a:prstGeom>
        </p:spPr>
        <p:txBody>
          <a:bodyPr vert="horz" lIns="60954" tIns="30477" rIns="60954" bIns="30477" rtlCol="0" anchor="ctr"/>
          <a:lstStyle>
            <a:lvl1pPr algn="l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609539" latinLnBrk="0"/>
            <a:fld id="{F8166F1F-CE9B-4651-A6AA-CD717754106B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609539" latinLnBrk="0"/>
              <a:t>9/11/26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082800" y="4237355"/>
            <a:ext cx="1930400" cy="243205"/>
          </a:xfrm>
          <a:prstGeom prst="rect">
            <a:avLst/>
          </a:prstGeom>
        </p:spPr>
        <p:txBody>
          <a:bodyPr vert="horz" lIns="60954" tIns="30477" rIns="60954" bIns="30477" rtlCol="0" anchor="ctr"/>
          <a:lstStyle>
            <a:lvl1pPr algn="ct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609539" latinLnBrk="0"/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368800" y="4237355"/>
            <a:ext cx="1422400" cy="243205"/>
          </a:xfrm>
          <a:prstGeom prst="rect">
            <a:avLst/>
          </a:prstGeom>
        </p:spPr>
        <p:txBody>
          <a:bodyPr vert="horz" lIns="60954" tIns="30477" rIns="60954" bIns="30477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609539" latinLnBrk="0"/>
            <a:fld id="{F7021451-1387-4CA6-816F-3879F97B5CBC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609539" latinLnBrk="0"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009204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806" r:id="rId1"/>
    <p:sldLayoutId id="2147484807" r:id="rId2"/>
    <p:sldLayoutId id="2147484808" r:id="rId3"/>
    <p:sldLayoutId id="2147484809" r:id="rId4"/>
    <p:sldLayoutId id="2147484810" r:id="rId5"/>
    <p:sldLayoutId id="2147484811" r:id="rId6"/>
    <p:sldLayoutId id="2147484812" r:id="rId7"/>
    <p:sldLayoutId id="2147484813" r:id="rId8"/>
    <p:sldLayoutId id="2147484814" r:id="rId9"/>
    <p:sldLayoutId id="2147484815" r:id="rId10"/>
    <p:sldLayoutId id="2147484816" r:id="rId11"/>
  </p:sldLayoutIdLst>
  <p:txStyles>
    <p:titleStyle>
      <a:lvl1pPr algn="ctr" defTabSz="609539" rtl="0" eaLnBrk="1" latinLnBrk="0" hangingPunct="1">
        <a:spcBef>
          <a:spcPct val="0"/>
        </a:spcBef>
        <a:buNone/>
        <a:defRPr sz="29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77" indent="-228577" algn="l" defTabSz="609539" rtl="0" eaLnBrk="1" latinLnBrk="0" hangingPunct="1">
        <a:spcBef>
          <a:spcPct val="20000"/>
        </a:spcBef>
        <a:buFont typeface="Arial" pitchFamily="34" charset="0"/>
        <a:buChar char="�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495250" indent="-190481" algn="l" defTabSz="609539" rtl="0" eaLnBrk="1" latinLnBrk="0" hangingPunct="1">
        <a:spcBef>
          <a:spcPct val="20000"/>
        </a:spcBef>
        <a:buFont typeface="Arial" pitchFamily="34" charset="0"/>
        <a:buChar char="�"/>
        <a:defRPr sz="1900" kern="1200">
          <a:solidFill>
            <a:schemeClr val="tx1"/>
          </a:solidFill>
          <a:latin typeface="+mn-lt"/>
          <a:ea typeface="+mn-ea"/>
          <a:cs typeface="+mn-cs"/>
        </a:defRPr>
      </a:lvl2pPr>
      <a:lvl3pPr marL="761924" indent="-152385" algn="l" defTabSz="609539" rtl="0" eaLnBrk="1" latinLnBrk="0" hangingPunct="1">
        <a:spcBef>
          <a:spcPct val="20000"/>
        </a:spcBef>
        <a:buFont typeface="Arial" pitchFamily="34" charset="0"/>
        <a:buChar char="�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66693" indent="-152385" algn="l" defTabSz="609539" rtl="0" eaLnBrk="1" latinLnBrk="0" hangingPunct="1">
        <a:spcBef>
          <a:spcPct val="20000"/>
        </a:spcBef>
        <a:buFont typeface="Arial" pitchFamily="34" charset="0"/>
        <a:buChar char="�"/>
        <a:defRPr sz="13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463" indent="-152385" algn="l" defTabSz="609539" rtl="0" eaLnBrk="1" latinLnBrk="0" hangingPunct="1">
        <a:spcBef>
          <a:spcPct val="20000"/>
        </a:spcBef>
        <a:buFont typeface="Arial" pitchFamily="34" charset="0"/>
        <a:buChar char="�"/>
        <a:defRPr sz="1300" kern="1200">
          <a:solidFill>
            <a:schemeClr val="tx1"/>
          </a:solidFill>
          <a:latin typeface="+mn-lt"/>
          <a:ea typeface="+mn-ea"/>
          <a:cs typeface="+mn-cs"/>
        </a:defRPr>
      </a:lvl5pPr>
      <a:lvl6pPr marL="1676232" indent="-152385" algn="l" defTabSz="609539" rtl="0" eaLnBrk="1" latinLnBrk="0" hangingPunct="1">
        <a:spcBef>
          <a:spcPct val="20000"/>
        </a:spcBef>
        <a:buFont typeface="Arial" pitchFamily="34" charset="0"/>
        <a:buChar char="�"/>
        <a:defRPr sz="1300" kern="1200">
          <a:solidFill>
            <a:schemeClr val="tx1"/>
          </a:solidFill>
          <a:latin typeface="+mn-lt"/>
          <a:ea typeface="+mn-ea"/>
          <a:cs typeface="+mn-cs"/>
        </a:defRPr>
      </a:lvl6pPr>
      <a:lvl7pPr marL="1981002" indent="-152385" algn="l" defTabSz="609539" rtl="0" eaLnBrk="1" latinLnBrk="0" hangingPunct="1">
        <a:spcBef>
          <a:spcPct val="20000"/>
        </a:spcBef>
        <a:buFont typeface="Arial" pitchFamily="34" charset="0"/>
        <a:buChar char="�"/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2285771" indent="-152385" algn="l" defTabSz="609539" rtl="0" eaLnBrk="1" latinLnBrk="0" hangingPunct="1">
        <a:spcBef>
          <a:spcPct val="20000"/>
        </a:spcBef>
        <a:buFont typeface="Arial" pitchFamily="34" charset="0"/>
        <a:buChar char="�"/>
        <a:defRPr sz="1300" kern="1200">
          <a:solidFill>
            <a:schemeClr val="tx1"/>
          </a:solidFill>
          <a:latin typeface="+mn-lt"/>
          <a:ea typeface="+mn-ea"/>
          <a:cs typeface="+mn-cs"/>
        </a:defRPr>
      </a:lvl8pPr>
      <a:lvl9pPr marL="2590541" indent="-152385" algn="l" defTabSz="609539" rtl="0" eaLnBrk="1" latinLnBrk="0" hangingPunct="1">
        <a:spcBef>
          <a:spcPct val="20000"/>
        </a:spcBef>
        <a:buFont typeface="Arial" pitchFamily="34" charset="0"/>
        <a:buChar char="�"/>
        <a:defRPr sz="1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539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1pPr>
      <a:lvl2pPr marL="304770" algn="l" defTabSz="609539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609539" algn="l" defTabSz="609539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914309" algn="l" defTabSz="609539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219078" algn="l" defTabSz="609539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1523848" algn="l" defTabSz="609539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617" algn="l" defTabSz="609539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2133387" algn="l" defTabSz="609539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2438156" algn="l" defTabSz="609539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>
            <a:off x="304800" y="182880"/>
            <a:ext cx="5487035" cy="762635"/>
          </a:xfrm>
          <a:prstGeom prst="rect">
            <a:avLst/>
          </a:prstGeom>
        </p:spPr>
        <p:txBody>
          <a:bodyPr vert="horz" wrap="square" lIns="60960" tIns="30480" rIns="60960" bIns="30480" anchor="ctr">
            <a:normAutofit/>
          </a:bodyPr>
          <a:lstStyle/>
          <a:p>
            <a:pPr marL="0" indent="0" latinLnBrk="0">
              <a:buFontTx/>
              <a:buNone/>
            </a:pPr>
            <a:r>
              <a:rPr>
                <a:latin typeface="나눔고딕" charset="0"/>
                <a:ea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body"/>
          </p:nvPr>
        </p:nvSpPr>
        <p:spPr>
          <a:xfrm>
            <a:off x="304800" y="1066800"/>
            <a:ext cx="5487035" cy="3018155"/>
          </a:xfrm>
          <a:prstGeom prst="rect">
            <a:avLst/>
          </a:prstGeom>
        </p:spPr>
        <p:txBody>
          <a:bodyPr vert="horz" wrap="square" lIns="60960" tIns="30480" rIns="60960" bIns="30480" anchor="t">
            <a:normAutofit/>
          </a:bodyPr>
          <a:lstStyle/>
          <a:p>
            <a:pPr marL="228600" indent="-228600" latinLnBrk="0"/>
            <a:r>
              <a:rPr>
                <a:latin typeface="나눔고딕" charset="0"/>
                <a:ea typeface="나눔고딕" charset="0"/>
              </a:rPr>
              <a:t>Click to edit Master text styles</a:t>
            </a:r>
          </a:p>
          <a:p>
            <a:pPr marL="494665" indent="-190500" latinLnBrk="0"/>
            <a:r>
              <a:rPr>
                <a:latin typeface="나눔고딕" charset="0"/>
                <a:ea typeface="나눔고딕" charset="0"/>
              </a:rPr>
              <a:t>Second level</a:t>
            </a:r>
          </a:p>
          <a:p>
            <a:pPr marL="761365" indent="-152400" latinLnBrk="0"/>
            <a:r>
              <a:rPr>
                <a:latin typeface="나눔고딕" charset="0"/>
                <a:ea typeface="나눔고딕" charset="0"/>
              </a:rPr>
              <a:t>Third level</a:t>
            </a:r>
          </a:p>
          <a:p>
            <a:pPr marL="1066165" indent="-152400" latinLnBrk="0"/>
            <a:r>
              <a:rPr>
                <a:latin typeface="나눔고딕" charset="0"/>
                <a:ea typeface="나눔고딕" charset="0"/>
              </a:rPr>
              <a:t>Fourth level</a:t>
            </a:r>
          </a:p>
          <a:p>
            <a:pPr marL="1370330" indent="-152400" latinLnBrk="0"/>
            <a:r>
              <a:rPr>
                <a:latin typeface="나눔고딕" charset="0"/>
                <a:ea typeface="나눔고딕" charset="0"/>
              </a:rPr>
              <a:t>Fifth level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dt"/>
          </p:nvPr>
        </p:nvSpPr>
        <p:spPr>
          <a:xfrm>
            <a:off x="304800" y="4237355"/>
            <a:ext cx="1423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defTabSz="608965" latinLnBrk="0">
              <a:buFontTx/>
              <a:buNone/>
            </a:pPr>
            <a:fld id="{B9320F77-B9A0-41C5-862A-B4B631284C64}" type="datetime1">
              <a:rPr lang="en-US" altLang="ko-KR">
                <a:solidFill>
                  <a:srgbClr val="000000">
                    <a:tint val="75000"/>
                  </a:srgbClr>
                </a:solidFill>
                <a:latin typeface="나눔고딕" charset="0"/>
                <a:ea typeface="나눔고딕" charset="0"/>
              </a:rPr>
              <a:t>9/11/26</a:t>
            </a:fld>
            <a:endParaRPr lang="en-US" altLang="ko-KR">
              <a:solidFill>
                <a:srgbClr val="000000">
                  <a:tint val="75000"/>
                </a:srgbClr>
              </a:solidFill>
              <a:latin typeface="나눔고딕" charset="0"/>
              <a:ea typeface="나눔고딕" charset="0"/>
            </a:endParaRPr>
          </a:p>
        </p:txBody>
      </p:sp>
      <p:sp>
        <p:nvSpPr>
          <p:cNvPr id="5" name="Rect 0"/>
          <p:cNvSpPr txBox="1">
            <a:spLocks noGrp="1"/>
          </p:cNvSpPr>
          <p:nvPr>
            <p:ph type="ftr"/>
          </p:nvPr>
        </p:nvSpPr>
        <p:spPr>
          <a:xfrm>
            <a:off x="2082800" y="4237355"/>
            <a:ext cx="1931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defTabSz="608965" latinLnBrk="0">
              <a:buFontTx/>
              <a:buNone/>
            </a:pPr>
            <a:endParaRPr/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>
            <a:off x="4368800" y="4237355"/>
            <a:ext cx="1423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defTabSz="608965" latinLnBrk="0">
              <a:buFontTx/>
              <a:buNone/>
            </a:pPr>
            <a:fld id="{B9320F77-B9A0-41C5-862A-B4B631284C64}" type="slidenum">
              <a:rPr>
                <a:solidFill>
                  <a:srgbClr val="000000">
                    <a:tint val="75000"/>
                  </a:srgbClr>
                </a:solidFill>
                <a:latin typeface="나눔고딕" charset="0"/>
                <a:ea typeface="나눔고딕" charset="0"/>
              </a:rPr>
              <a:t>‹#›</a:t>
            </a:fld>
            <a:endParaRPr>
              <a:solidFill>
                <a:srgbClr val="000000">
                  <a:tint val="75000"/>
                </a:srgbClr>
              </a:solidFill>
              <a:latin typeface="나눔고딕" charset="0"/>
              <a:ea typeface="나눔고딕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853" r:id="rId1"/>
    <p:sldLayoutId id="2147484854" r:id="rId2"/>
    <p:sldLayoutId id="2147484855" r:id="rId3"/>
    <p:sldLayoutId id="2147484856" r:id="rId4"/>
    <p:sldLayoutId id="2147484857" r:id="rId5"/>
    <p:sldLayoutId id="2147484858" r:id="rId6"/>
    <p:sldLayoutId id="2147484859" r:id="rId7"/>
    <p:sldLayoutId id="2147484860" r:id="rId8"/>
    <p:sldLayoutId id="2147484861" r:id="rId9"/>
    <p:sldLayoutId id="2147484862" r:id="rId10"/>
    <p:sldLayoutId id="2147484863" r:id="rId11"/>
    <p:sldLayoutId id="2147486945" r:id="rId12"/>
  </p:sldLayoutIdLst>
  <p:txStyles>
    <p:titleStyle>
      <a:lvl1pPr marL="0" indent="0" algn="ctr" defTabSz="914400" latinLnBrk="1">
        <a:buNone/>
        <a:defRPr lang="ko-KR" sz="4400" baseline="0" smtClean="0">
          <a:solidFill>
            <a:schemeClr val="tx1"/>
          </a:solidFill>
          <a:latin typeface="+mn-lt"/>
          <a:ea typeface="+mn-ea"/>
          <a:cs typeface="+mn-cs"/>
        </a:defRPr>
      </a:lvl1pPr>
    </p:titleStyle>
    <p:bodyStyle>
      <a:lvl1pPr marL="342900" indent="-342900" algn="l" defTabSz="914400" latinLnBrk="1">
        <a:spcBef>
          <a:spcPct val="20000"/>
        </a:spcBef>
        <a:buFont typeface="Arial"/>
        <a:buChar char="0"/>
        <a:defRPr lang="ko-KR" sz="2800" baseline="0" smtClean="0">
          <a:solidFill>
            <a:schemeClr val="tx1"/>
          </a:solidFill>
          <a:latin typeface="+mn-lt"/>
          <a:ea typeface="+mn-ea"/>
          <a:cs typeface="+mn-cs"/>
        </a:defRPr>
      </a:lvl1pPr>
      <a:lvl2pPr marL="742950" lvl="1" indent="-285750" defTabSz="914400" latinLnBrk="1">
        <a:buChar char="-"/>
        <a:defRPr lang="ko-KR" sz="2400" smtClean="0"/>
      </a:lvl2pPr>
      <a:lvl3pPr marL="1143000" lvl="2" indent="-228600" defTabSz="914400" latinLnBrk="1">
        <a:buChar char="0"/>
        <a:defRPr lang="ko-KR" sz="2000" smtClean="0"/>
      </a:lvl3pPr>
      <a:lvl4pPr marL="1600200" lvl="3" indent="-228600" defTabSz="914400" latinLnBrk="1">
        <a:buChar char="-"/>
        <a:defRPr lang="ko-KR" sz="1800" smtClean="0"/>
      </a:lvl4pPr>
      <a:lvl5pPr marL="2057400" lvl="4" indent="-228600" defTabSz="914400" latinLnBrk="1">
        <a:buChar char="-69"/>
        <a:defRPr lang="ko-KR" sz="1800" smtClean="0"/>
      </a:lvl5pPr>
    </p:bodyStyle>
    <p:otherStyle>
      <a:lvl1pPr marL="0" indent="0" algn="l" defTabSz="914400" latinLnBrk="1">
        <a:buNone/>
        <a:defRPr lang="ko-KR" sz="1800" baseline="0" smtClean="0">
          <a:solidFill>
            <a:schemeClr val="tx1"/>
          </a:solidFill>
          <a:latin typeface="+mn-lt"/>
          <a:ea typeface="+mn-ea"/>
          <a:cs typeface="+mn-cs"/>
        </a:defRPr>
      </a:lvl1pPr>
      <a:lvl2pPr marL="457200" lvl="1" indent="0" defTabSz="914400" latinLnBrk="1">
        <a:defRPr lang="ko-KR" smtClean="0"/>
      </a:lvl2pPr>
      <a:lvl3pPr marL="914400" lvl="2" indent="0" defTabSz="914400" latinLnBrk="1">
        <a:defRPr lang="ko-KR" smtClean="0"/>
      </a:lvl3pPr>
      <a:lvl4pPr marL="1371600" lvl="3" indent="0" defTabSz="914400" latinLnBrk="1">
        <a:defRPr lang="ko-KR" smtClean="0"/>
      </a:lvl4pPr>
      <a:lvl5pPr marL="1828800" lvl="4" indent="0" defTabSz="914400" latinLnBrk="1">
        <a:defRPr lang="ko-KR" smtClean="0"/>
      </a:lvl5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>
            <a:off x="304800" y="182880"/>
            <a:ext cx="5487035" cy="762635"/>
          </a:xfrm>
          <a:prstGeom prst="rect">
            <a:avLst/>
          </a:prstGeom>
        </p:spPr>
        <p:txBody>
          <a:bodyPr vert="horz" wrap="square" lIns="60960" tIns="30480" rIns="60960" bIns="30480" anchor="ctr">
            <a:normAutofit/>
          </a:bodyPr>
          <a:lstStyle/>
          <a:p>
            <a:pPr marL="0" indent="0" latinLnBrk="0">
              <a:buFontTx/>
              <a:buNone/>
            </a:pPr>
            <a:r>
              <a:rPr>
                <a:latin typeface="나눔고딕" charset="0"/>
                <a:ea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body"/>
          </p:nvPr>
        </p:nvSpPr>
        <p:spPr>
          <a:xfrm>
            <a:off x="304800" y="1066800"/>
            <a:ext cx="5487035" cy="3018155"/>
          </a:xfrm>
          <a:prstGeom prst="rect">
            <a:avLst/>
          </a:prstGeom>
        </p:spPr>
        <p:txBody>
          <a:bodyPr vert="horz" wrap="square" lIns="60960" tIns="30480" rIns="60960" bIns="30480" anchor="t">
            <a:normAutofit/>
          </a:bodyPr>
          <a:lstStyle/>
          <a:p>
            <a:pPr marL="228600" indent="-228600" latinLnBrk="0"/>
            <a:r>
              <a:rPr>
                <a:latin typeface="나눔고딕" charset="0"/>
                <a:ea typeface="나눔고딕" charset="0"/>
              </a:rPr>
              <a:t>Click to edit Master text styles</a:t>
            </a:r>
          </a:p>
          <a:p>
            <a:pPr marL="494665" indent="-190500" latinLnBrk="0"/>
            <a:r>
              <a:rPr>
                <a:latin typeface="나눔고딕" charset="0"/>
                <a:ea typeface="나눔고딕" charset="0"/>
              </a:rPr>
              <a:t>Second level</a:t>
            </a:r>
          </a:p>
          <a:p>
            <a:pPr marL="761365" indent="-152400" latinLnBrk="0"/>
            <a:r>
              <a:rPr>
                <a:latin typeface="나눔고딕" charset="0"/>
                <a:ea typeface="나눔고딕" charset="0"/>
              </a:rPr>
              <a:t>Third level</a:t>
            </a:r>
          </a:p>
          <a:p>
            <a:pPr marL="1066165" indent="-152400" latinLnBrk="0"/>
            <a:r>
              <a:rPr>
                <a:latin typeface="나눔고딕" charset="0"/>
                <a:ea typeface="나눔고딕" charset="0"/>
              </a:rPr>
              <a:t>Fourth level</a:t>
            </a:r>
          </a:p>
          <a:p>
            <a:pPr marL="1370330" indent="-152400" latinLnBrk="0"/>
            <a:r>
              <a:rPr>
                <a:latin typeface="나눔고딕" charset="0"/>
                <a:ea typeface="나눔고딕" charset="0"/>
              </a:rPr>
              <a:t>Fifth level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dt"/>
          </p:nvPr>
        </p:nvSpPr>
        <p:spPr>
          <a:xfrm>
            <a:off x="304800" y="4237355"/>
            <a:ext cx="1423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defTabSz="608965" latinLnBrk="0">
              <a:buFontTx/>
              <a:buNone/>
            </a:pPr>
            <a:fld id="{B9320F77-B9A0-41C5-862A-B4B631284C64}" type="datetime1">
              <a:rPr lang="en-US" altLang="ko-KR">
                <a:solidFill>
                  <a:srgbClr val="000000">
                    <a:tint val="75000"/>
                  </a:srgbClr>
                </a:solidFill>
                <a:latin typeface="나눔고딕" charset="0"/>
                <a:ea typeface="나눔고딕" charset="0"/>
              </a:rPr>
              <a:t>9/11/26</a:t>
            </a:fld>
            <a:endParaRPr lang="en-US" altLang="ko-KR">
              <a:solidFill>
                <a:srgbClr val="000000">
                  <a:tint val="75000"/>
                </a:srgbClr>
              </a:solidFill>
              <a:latin typeface="나눔고딕" charset="0"/>
              <a:ea typeface="나눔고딕" charset="0"/>
            </a:endParaRPr>
          </a:p>
        </p:txBody>
      </p:sp>
      <p:sp>
        <p:nvSpPr>
          <p:cNvPr id="5" name="Rect 0"/>
          <p:cNvSpPr txBox="1">
            <a:spLocks noGrp="1"/>
          </p:cNvSpPr>
          <p:nvPr>
            <p:ph type="ftr"/>
          </p:nvPr>
        </p:nvSpPr>
        <p:spPr>
          <a:xfrm>
            <a:off x="2082800" y="4237355"/>
            <a:ext cx="1931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defTabSz="608965" latinLnBrk="0">
              <a:buFontTx/>
              <a:buNone/>
            </a:pPr>
            <a:endParaRPr/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>
            <a:off x="4368800" y="4237355"/>
            <a:ext cx="1423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defTabSz="608965" latinLnBrk="0">
              <a:buFontTx/>
              <a:buNone/>
            </a:pPr>
            <a:fld id="{B9320F77-B9A0-41C5-862A-B4B631284C64}" type="slidenum">
              <a:rPr>
                <a:solidFill>
                  <a:srgbClr val="000000">
                    <a:tint val="75000"/>
                  </a:srgbClr>
                </a:solidFill>
                <a:latin typeface="나눔고딕" charset="0"/>
                <a:ea typeface="나눔고딕" charset="0"/>
              </a:rPr>
              <a:t>‹#›</a:t>
            </a:fld>
            <a:endParaRPr>
              <a:solidFill>
                <a:srgbClr val="000000">
                  <a:tint val="75000"/>
                </a:srgbClr>
              </a:solidFill>
              <a:latin typeface="나눔고딕" charset="0"/>
              <a:ea typeface="나눔고딕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5819" r:id="rId1"/>
    <p:sldLayoutId id="2147485820" r:id="rId2"/>
    <p:sldLayoutId id="2147485821" r:id="rId3"/>
    <p:sldLayoutId id="2147485822" r:id="rId4"/>
    <p:sldLayoutId id="2147485823" r:id="rId5"/>
    <p:sldLayoutId id="2147485824" r:id="rId6"/>
    <p:sldLayoutId id="2147485825" r:id="rId7"/>
    <p:sldLayoutId id="2147485826" r:id="rId8"/>
    <p:sldLayoutId id="2147485827" r:id="rId9"/>
    <p:sldLayoutId id="2147485828" r:id="rId10"/>
    <p:sldLayoutId id="2147485829" r:id="rId11"/>
  </p:sldLayoutIdLst>
  <p:txStyles>
    <p:titleStyle>
      <a:lvl1pPr marL="0" indent="0" algn="ctr" defTabSz="914400" latinLnBrk="1">
        <a:buNone/>
        <a:defRPr lang="ko-KR" sz="4400" baseline="0" smtClean="0">
          <a:solidFill>
            <a:schemeClr val="tx1"/>
          </a:solidFill>
          <a:latin typeface="+mn-lt"/>
          <a:ea typeface="+mn-ea"/>
          <a:cs typeface="+mn-cs"/>
        </a:defRPr>
      </a:lvl1pPr>
    </p:titleStyle>
    <p:bodyStyle>
      <a:lvl1pPr marL="342900" indent="-342900" algn="l" defTabSz="914400" latinLnBrk="1">
        <a:spcBef>
          <a:spcPct val="20000"/>
        </a:spcBef>
        <a:buFont typeface="Arial"/>
        <a:buChar char="0"/>
        <a:defRPr lang="ko-KR" sz="2800" baseline="0" smtClean="0">
          <a:solidFill>
            <a:schemeClr val="tx1"/>
          </a:solidFill>
          <a:latin typeface="+mn-lt"/>
          <a:ea typeface="+mn-ea"/>
          <a:cs typeface="+mn-cs"/>
        </a:defRPr>
      </a:lvl1pPr>
      <a:lvl2pPr marL="742950" lvl="1" indent="-285750" defTabSz="914400" latinLnBrk="1">
        <a:buChar char="-"/>
        <a:defRPr lang="ko-KR" sz="2400" smtClean="0"/>
      </a:lvl2pPr>
      <a:lvl3pPr marL="1143000" lvl="2" indent="-228600" defTabSz="914400" latinLnBrk="1">
        <a:buChar char="0"/>
        <a:defRPr lang="ko-KR" sz="2000" smtClean="0"/>
      </a:lvl3pPr>
      <a:lvl4pPr marL="1600200" lvl="3" indent="-228600" defTabSz="914400" latinLnBrk="1">
        <a:buChar char="-"/>
        <a:defRPr lang="ko-KR" sz="1800" smtClean="0"/>
      </a:lvl4pPr>
      <a:lvl5pPr marL="2057400" lvl="4" indent="-228600" defTabSz="914400" latinLnBrk="1">
        <a:buChar char="-69"/>
        <a:defRPr lang="ko-KR" sz="1800" smtClean="0"/>
      </a:lvl5pPr>
    </p:bodyStyle>
    <p:otherStyle>
      <a:lvl1pPr marL="0" indent="0" algn="l" defTabSz="914400" latinLnBrk="1">
        <a:buNone/>
        <a:defRPr lang="ko-KR" sz="1800" baseline="0" smtClean="0">
          <a:solidFill>
            <a:schemeClr val="tx1"/>
          </a:solidFill>
          <a:latin typeface="+mn-lt"/>
          <a:ea typeface="+mn-ea"/>
          <a:cs typeface="+mn-cs"/>
        </a:defRPr>
      </a:lvl1pPr>
      <a:lvl2pPr marL="457200" lvl="1" indent="0" defTabSz="914400" latinLnBrk="1">
        <a:defRPr lang="ko-KR" smtClean="0"/>
      </a:lvl2pPr>
      <a:lvl3pPr marL="914400" lvl="2" indent="0" defTabSz="914400" latinLnBrk="1">
        <a:defRPr lang="ko-KR" smtClean="0"/>
      </a:lvl3pPr>
      <a:lvl4pPr marL="1371600" lvl="3" indent="0" defTabSz="914400" latinLnBrk="1">
        <a:defRPr lang="ko-KR" smtClean="0"/>
      </a:lvl4pPr>
      <a:lvl5pPr marL="1828800" lvl="4" indent="0" defTabSz="914400" latinLnBrk="1">
        <a:defRPr lang="ko-KR" smtClean="0"/>
      </a:lvl5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>
            <a:off x="304800" y="182880"/>
            <a:ext cx="5487035" cy="762635"/>
          </a:xfrm>
          <a:prstGeom prst="rect">
            <a:avLst/>
          </a:prstGeom>
        </p:spPr>
        <p:txBody>
          <a:bodyPr vert="horz" wrap="square" lIns="60960" tIns="30480" rIns="60960" bIns="30480" anchor="ctr">
            <a:normAutofit/>
          </a:bodyPr>
          <a:lstStyle/>
          <a:p>
            <a:pPr marL="0" indent="0" latinLnBrk="0">
              <a:buFontTx/>
              <a:buNone/>
            </a:pPr>
            <a:r>
              <a:rPr>
                <a:latin typeface="나눔고딕" charset="0"/>
                <a:ea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body"/>
          </p:nvPr>
        </p:nvSpPr>
        <p:spPr>
          <a:xfrm>
            <a:off x="304800" y="1066800"/>
            <a:ext cx="5487035" cy="3018155"/>
          </a:xfrm>
          <a:prstGeom prst="rect">
            <a:avLst/>
          </a:prstGeom>
        </p:spPr>
        <p:txBody>
          <a:bodyPr vert="horz" wrap="square" lIns="60960" tIns="30480" rIns="60960" bIns="30480" anchor="t">
            <a:normAutofit/>
          </a:bodyPr>
          <a:lstStyle/>
          <a:p>
            <a:pPr marL="228600" indent="-228600" latinLnBrk="0"/>
            <a:r>
              <a:rPr>
                <a:latin typeface="나눔고딕" charset="0"/>
                <a:ea typeface="나눔고딕" charset="0"/>
              </a:rPr>
              <a:t>Click to edit Master text styles</a:t>
            </a:r>
          </a:p>
          <a:p>
            <a:pPr marL="494665" indent="-190500" latinLnBrk="0"/>
            <a:r>
              <a:rPr>
                <a:latin typeface="나눔고딕" charset="0"/>
                <a:ea typeface="나눔고딕" charset="0"/>
              </a:rPr>
              <a:t>Second level</a:t>
            </a:r>
          </a:p>
          <a:p>
            <a:pPr marL="761365" indent="-152400" latinLnBrk="0"/>
            <a:r>
              <a:rPr>
                <a:latin typeface="나눔고딕" charset="0"/>
                <a:ea typeface="나눔고딕" charset="0"/>
              </a:rPr>
              <a:t>Third level</a:t>
            </a:r>
          </a:p>
          <a:p>
            <a:pPr marL="1066165" indent="-152400" latinLnBrk="0"/>
            <a:r>
              <a:rPr>
                <a:latin typeface="나눔고딕" charset="0"/>
                <a:ea typeface="나눔고딕" charset="0"/>
              </a:rPr>
              <a:t>Fourth level</a:t>
            </a:r>
          </a:p>
          <a:p>
            <a:pPr marL="1370330" indent="-152400" latinLnBrk="0"/>
            <a:r>
              <a:rPr>
                <a:latin typeface="나눔고딕" charset="0"/>
                <a:ea typeface="나눔고딕" charset="0"/>
              </a:rPr>
              <a:t>Fifth level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dt"/>
          </p:nvPr>
        </p:nvSpPr>
        <p:spPr>
          <a:xfrm>
            <a:off x="304800" y="4237355"/>
            <a:ext cx="1423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defTabSz="608965" latinLnBrk="0">
              <a:buFontTx/>
              <a:buNone/>
            </a:pPr>
            <a:fld id="{B9320F77-B9A0-41C5-862A-B4B631284C64}" type="datetime1">
              <a:rPr lang="en-US" altLang="ko-KR">
                <a:solidFill>
                  <a:srgbClr val="000000">
                    <a:tint val="75000"/>
                  </a:srgbClr>
                </a:solidFill>
                <a:latin typeface="나눔고딕" charset="0"/>
                <a:ea typeface="나눔고딕" charset="0"/>
              </a:rPr>
              <a:t>9/11/26</a:t>
            </a:fld>
            <a:endParaRPr lang="en-US" altLang="ko-KR">
              <a:solidFill>
                <a:srgbClr val="000000">
                  <a:tint val="75000"/>
                </a:srgbClr>
              </a:solidFill>
              <a:latin typeface="나눔고딕" charset="0"/>
              <a:ea typeface="나눔고딕" charset="0"/>
            </a:endParaRPr>
          </a:p>
        </p:txBody>
      </p:sp>
      <p:sp>
        <p:nvSpPr>
          <p:cNvPr id="5" name="Rect 0"/>
          <p:cNvSpPr txBox="1">
            <a:spLocks noGrp="1"/>
          </p:cNvSpPr>
          <p:nvPr>
            <p:ph type="ftr"/>
          </p:nvPr>
        </p:nvSpPr>
        <p:spPr>
          <a:xfrm>
            <a:off x="2082800" y="4237355"/>
            <a:ext cx="1931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defTabSz="608965" latinLnBrk="0">
              <a:buFontTx/>
              <a:buNone/>
            </a:pPr>
            <a:endParaRPr/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>
            <a:off x="4368800" y="4237355"/>
            <a:ext cx="1423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defTabSz="608965" latinLnBrk="0">
              <a:buFontTx/>
              <a:buNone/>
            </a:pPr>
            <a:fld id="{B9320F77-B9A0-41C5-862A-B4B631284C64}" type="slidenum">
              <a:rPr>
                <a:solidFill>
                  <a:srgbClr val="000000">
                    <a:tint val="75000"/>
                  </a:srgbClr>
                </a:solidFill>
                <a:latin typeface="나눔고딕" charset="0"/>
                <a:ea typeface="나눔고딕" charset="0"/>
              </a:rPr>
              <a:t>‹#›</a:t>
            </a:fld>
            <a:endParaRPr>
              <a:solidFill>
                <a:srgbClr val="000000">
                  <a:tint val="75000"/>
                </a:srgbClr>
              </a:solidFill>
              <a:latin typeface="나눔고딕" charset="0"/>
              <a:ea typeface="나눔고딕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6374" r:id="rId1"/>
    <p:sldLayoutId id="2147486375" r:id="rId2"/>
    <p:sldLayoutId id="2147486376" r:id="rId3"/>
    <p:sldLayoutId id="2147486377" r:id="rId4"/>
    <p:sldLayoutId id="2147486378" r:id="rId5"/>
    <p:sldLayoutId id="2147486379" r:id="rId6"/>
    <p:sldLayoutId id="2147486380" r:id="rId7"/>
    <p:sldLayoutId id="2147486381" r:id="rId8"/>
    <p:sldLayoutId id="2147486382" r:id="rId9"/>
    <p:sldLayoutId id="2147486383" r:id="rId10"/>
    <p:sldLayoutId id="2147486384" r:id="rId11"/>
  </p:sldLayoutIdLst>
  <p:txStyles>
    <p:titleStyle>
      <a:lvl1pPr marL="0" indent="0" algn="ctr" defTabSz="914400" latinLnBrk="1">
        <a:buNone/>
        <a:defRPr lang="ko-KR" sz="4400" baseline="0" smtClean="0">
          <a:solidFill>
            <a:schemeClr val="tx1"/>
          </a:solidFill>
          <a:latin typeface="+mn-lt"/>
          <a:ea typeface="+mn-ea"/>
          <a:cs typeface="+mn-cs"/>
        </a:defRPr>
      </a:lvl1pPr>
    </p:titleStyle>
    <p:bodyStyle>
      <a:lvl1pPr marL="342900" indent="-342900" algn="l" defTabSz="914400" latinLnBrk="1">
        <a:spcBef>
          <a:spcPct val="20000"/>
        </a:spcBef>
        <a:buFont typeface="Arial"/>
        <a:buChar char="0"/>
        <a:defRPr lang="ko-KR" sz="2800" baseline="0" smtClean="0">
          <a:solidFill>
            <a:schemeClr val="tx1"/>
          </a:solidFill>
          <a:latin typeface="+mn-lt"/>
          <a:ea typeface="+mn-ea"/>
          <a:cs typeface="+mn-cs"/>
        </a:defRPr>
      </a:lvl1pPr>
      <a:lvl2pPr marL="742950" lvl="1" indent="-285750" defTabSz="914400" latinLnBrk="1">
        <a:buChar char="-"/>
        <a:defRPr lang="ko-KR" sz="2400" smtClean="0"/>
      </a:lvl2pPr>
      <a:lvl3pPr marL="1143000" lvl="2" indent="-228600" defTabSz="914400" latinLnBrk="1">
        <a:buChar char="0"/>
        <a:defRPr lang="ko-KR" sz="2000" smtClean="0"/>
      </a:lvl3pPr>
      <a:lvl4pPr marL="1600200" lvl="3" indent="-228600" defTabSz="914400" latinLnBrk="1">
        <a:buChar char="-"/>
        <a:defRPr lang="ko-KR" sz="1800" smtClean="0"/>
      </a:lvl4pPr>
      <a:lvl5pPr marL="2057400" lvl="4" indent="-228600" defTabSz="914400" latinLnBrk="1">
        <a:buChar char="-69"/>
        <a:defRPr lang="ko-KR" sz="1800" smtClean="0"/>
      </a:lvl5pPr>
    </p:bodyStyle>
    <p:otherStyle>
      <a:lvl1pPr marL="0" indent="0" algn="l" defTabSz="914400" latinLnBrk="1">
        <a:buNone/>
        <a:defRPr lang="ko-KR" sz="1800" baseline="0" smtClean="0">
          <a:solidFill>
            <a:schemeClr val="tx1"/>
          </a:solidFill>
          <a:latin typeface="+mn-lt"/>
          <a:ea typeface="+mn-ea"/>
          <a:cs typeface="+mn-cs"/>
        </a:defRPr>
      </a:lvl1pPr>
      <a:lvl2pPr marL="457200" lvl="1" indent="0" defTabSz="914400" latinLnBrk="1">
        <a:defRPr lang="ko-KR" smtClean="0"/>
      </a:lvl2pPr>
      <a:lvl3pPr marL="914400" lvl="2" indent="0" defTabSz="914400" latinLnBrk="1">
        <a:defRPr lang="ko-KR" smtClean="0"/>
      </a:lvl3pPr>
      <a:lvl4pPr marL="1371600" lvl="3" indent="0" defTabSz="914400" latinLnBrk="1">
        <a:defRPr lang="ko-KR" smtClean="0"/>
      </a:lvl4pPr>
      <a:lvl5pPr marL="1828800" lvl="4" indent="0" defTabSz="914400" latinLnBrk="1">
        <a:defRPr lang="ko-KR" smtClean="0"/>
      </a:lvl5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6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6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6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6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6.xml"/><Relationship Id="rId4" Type="http://schemas.openxmlformats.org/officeDocument/2006/relationships/image" Target="../media/image19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3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4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37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4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4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24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24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24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24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4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9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60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0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0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0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0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0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0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60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eg"/><Relationship Id="rId1" Type="http://schemas.openxmlformats.org/officeDocument/2006/relationships/slideLayout" Target="../slideLayouts/slideLayout60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eg"/><Relationship Id="rId1" Type="http://schemas.openxmlformats.org/officeDocument/2006/relationships/slideLayout" Target="../slideLayouts/slideLayout60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4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25.png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6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1" name="그룹 1001"/>
          <p:cNvGrpSpPr/>
          <p:nvPr/>
        </p:nvGrpSpPr>
        <p:grpSpPr>
          <a:xfrm>
            <a:off x="3503930" y="4165600"/>
            <a:ext cx="5339080" cy="2692400"/>
            <a:chOff x="3503930" y="4165600"/>
            <a:chExt cx="5339080" cy="2692400"/>
          </a:xfrm>
        </p:grpSpPr>
        <p:pic>
          <p:nvPicPr>
            <p:cNvPr id="3" name="Object 2"/>
            <p:cNvPicPr>
              <a:picLocks noChangeAspect="1"/>
            </p:cNvPicPr>
            <p:nvPr/>
          </p:nvPicPr>
          <p:blipFill rotWithShape="1">
            <a:blip r:embed="rId3"/>
            <a:stretch>
              <a:fillRect/>
            </a:stretch>
          </p:blipFill>
          <p:spPr>
            <a:xfrm>
              <a:off x="3503930" y="4165600"/>
              <a:ext cx="5339715" cy="2693035"/>
            </a:xfrm>
            <a:prstGeom prst="rect">
              <a:avLst/>
            </a:prstGeom>
          </p:spPr>
        </p:pic>
      </p:grpSp>
      <p:grpSp>
        <p:nvGrpSpPr>
          <p:cNvPr id="1002" name="그룹 1002"/>
          <p:cNvGrpSpPr/>
          <p:nvPr/>
        </p:nvGrpSpPr>
        <p:grpSpPr>
          <a:xfrm>
            <a:off x="2339975" y="22225"/>
            <a:ext cx="7960995" cy="4206875"/>
            <a:chOff x="2339975" y="22225"/>
            <a:chExt cx="7960995" cy="4206875"/>
          </a:xfrm>
        </p:grpSpPr>
        <p:pic>
          <p:nvPicPr>
            <p:cNvPr id="6" name="Object 5"/>
            <p:cNvPicPr>
              <a:picLocks noChangeAspect="1"/>
            </p:cNvPicPr>
            <p:nvPr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240000">
              <a:off x="2339975" y="22225"/>
              <a:ext cx="7961630" cy="4207510"/>
            </a:xfrm>
            <a:prstGeom prst="rect">
              <a:avLst/>
            </a:prstGeom>
            <a:noFill/>
          </p:spPr>
        </p:pic>
      </p:grpSp>
      <p:pic>
        <p:nvPicPr>
          <p:cNvPr id="1003" name="그림 1"/>
          <p:cNvPicPr>
            <a:picLocks noChangeAspect="1"/>
          </p:cNvPicPr>
          <p:nvPr/>
        </p:nvPicPr>
        <p:blipFill rotWithShape="1">
          <a:blip r:embed="rId5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34344"/>
            <a:ext cx="11540490" cy="6859905"/>
          </a:xfrm>
          <a:prstGeom prst="rect">
            <a:avLst/>
          </a:prstGeom>
          <a:noFill/>
        </p:spPr>
      </p:pic>
      <p:sp>
        <p:nvSpPr>
          <p:cNvPr id="2" name="TextBox 1"/>
          <p:cNvSpPr txBox="1"/>
          <p:nvPr/>
        </p:nvSpPr>
        <p:spPr>
          <a:xfrm>
            <a:off x="1978131" y="2551933"/>
            <a:ext cx="8235738" cy="1723549"/>
          </a:xfrm>
          <a:prstGeom prst="rect">
            <a:avLst/>
          </a:prstGeom>
          <a:noFill/>
          <a:ln w="0">
            <a:noFill/>
          </a:ln>
          <a:effectLst>
            <a:outerShdw blurRad="50800" dist="38100" algn="l" rotWithShape="0">
              <a:srgbClr val="000000">
                <a:alpha val="40000"/>
              </a:srgbClr>
            </a:outerShdw>
          </a:effectLst>
        </p:spPr>
        <p:txBody>
          <a:bodyPr vert="horz" wrap="square" lIns="60960" tIns="30480" rIns="60960" bIns="30480" anchor="t">
            <a:spAutoFit/>
          </a:bodyPr>
          <a:lstStyle/>
          <a:p>
            <a:pPr algn="ctr" defTabSz="571500" latinLnBrk="0">
              <a:defRPr lang="ko-KR"/>
            </a:pPr>
            <a:r>
              <a:rPr lang="ko-KR" altLang="en-US" sz="5400" b="1" dirty="0">
                <a:solidFill>
                  <a:schemeClr val="bg1">
                    <a:lumMod val="50000"/>
                    <a:lumOff val="0"/>
                  </a:schemeClr>
                </a:solidFill>
                <a:latin typeface="맑은 고딕"/>
                <a:ea typeface="맑은 고딕"/>
              </a:rPr>
              <a:t> 연중 제 2</a:t>
            </a:r>
            <a:r>
              <a:rPr lang="en-US" altLang="ko-KR" sz="5400" b="1" dirty="0">
                <a:solidFill>
                  <a:schemeClr val="bg1">
                    <a:lumMod val="50000"/>
                    <a:lumOff val="0"/>
                  </a:schemeClr>
                </a:solidFill>
                <a:latin typeface="맑은 고딕"/>
                <a:ea typeface="맑은 고딕"/>
              </a:rPr>
              <a:t>4</a:t>
            </a:r>
            <a:r>
              <a:rPr lang="ko-KR" altLang="en-US" sz="5400" b="1" dirty="0">
                <a:solidFill>
                  <a:schemeClr val="bg1">
                    <a:lumMod val="50000"/>
                    <a:lumOff val="0"/>
                  </a:schemeClr>
                </a:solidFill>
                <a:latin typeface="맑은 고딕"/>
                <a:ea typeface="맑은 고딕"/>
              </a:rPr>
              <a:t>주일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48115" y="5987415"/>
            <a:ext cx="3144520" cy="708025"/>
          </a:xfrm>
          <a:prstGeom prst="rect">
            <a:avLst/>
          </a:prstGeom>
          <a:noFill/>
        </p:spPr>
        <p:txBody>
          <a:bodyPr vert="horz" wrap="square" lIns="60960" tIns="30480" rIns="60960" bIns="30480" numCol="1" anchor="t">
            <a:spAutoFit/>
          </a:bodyPr>
          <a:lstStyle/>
          <a:p>
            <a:pPr marL="0" indent="0" algn="r" defTabSz="571500" latinLnBrk="0">
              <a:buFontTx/>
              <a:buNone/>
              <a:defRPr lang="ko-KR"/>
            </a:pPr>
            <a:r>
              <a:rPr lang="ko-KR" altLang="en-US" sz="2100" b="1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개포동성당 </a:t>
            </a:r>
          </a:p>
          <a:p>
            <a:pPr marL="0" indent="0" algn="r" defTabSz="571500" latinLnBrk="0">
              <a:buFontTx/>
              <a:buNone/>
              <a:defRPr lang="ko-KR"/>
            </a:pPr>
            <a:r>
              <a:rPr lang="ko-KR" altLang="en-US" sz="2100" b="1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초등부 주일학교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2400" y="6341110"/>
            <a:ext cx="3150235" cy="384810"/>
          </a:xfrm>
          <a:prstGeom prst="rect">
            <a:avLst/>
          </a:prstGeom>
          <a:noFill/>
        </p:spPr>
        <p:txBody>
          <a:bodyPr vert="horz" wrap="square" lIns="60960" tIns="30480" rIns="60960" bIns="30480" anchor="t">
            <a:spAutoFit/>
          </a:bodyPr>
          <a:lstStyle/>
          <a:p>
            <a:pPr marL="0" lvl="0" indent="0" defTabSz="571500" latinLnBrk="0">
              <a:buFontTx/>
              <a:buNone/>
              <a:defRPr lang="ko-KR"/>
            </a:pPr>
            <a:r>
              <a:rPr lang="en-US" altLang="ko-KR" sz="2100" b="1" dirty="0">
                <a:solidFill>
                  <a:srgbClr val="000000"/>
                </a:solidFill>
                <a:latin typeface="맑은 고딕"/>
                <a:ea typeface="맑은 고딕"/>
              </a:rPr>
              <a:t>2026.09.12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22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3567430" y="330200"/>
            <a:ext cx="4622800" cy="1473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567430" y="523240"/>
            <a:ext cx="4986655" cy="1092595"/>
          </a:xfrm>
          <a:prstGeom prst="rect">
            <a:avLst/>
          </a:prstGeom>
          <a:noFill/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wrap="square" lIns="60948" tIns="30474" rIns="60948" bIns="30474" rtlCol="0">
            <a:spAutoFit/>
          </a:bodyPr>
          <a:lstStyle/>
          <a:p>
            <a:pPr defTabSz="609478" latinLnBrk="0"/>
            <a:r>
              <a:rPr lang="ko-KR" altLang="en-US" sz="6700" b="1">
                <a:ln w="28575">
                  <a:solidFill>
                    <a:prstClr val="white"/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자리 배치표</a:t>
            </a:r>
          </a:p>
        </p:txBody>
      </p:sp>
      <p:pic>
        <p:nvPicPr>
          <p:cNvPr id="8" name="그림 6" descr="/Users/SUNDAYSCHOOL/Library/Group Containers/L48J367XN4.com.infraware.PolarisOfficeSA/EngineTemp/5598/fImage42362064871912.png"/>
          <p:cNvPicPr>
            <a:picLocks noChangeAspect="1"/>
          </p:cNvPicPr>
          <p:nvPr/>
        </p:nvPicPr>
        <p:blipFill rotWithShape="1">
          <a:blip r:embed="rId4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6390" y="14068"/>
            <a:ext cx="11539855" cy="6859270"/>
          </a:xfrm>
          <a:prstGeom prst="rect">
            <a:avLst/>
          </a:prstGeom>
          <a:noFill/>
        </p:spPr>
      </p:pic>
      <p:sp>
        <p:nvSpPr>
          <p:cNvPr id="23" name="직사각형 22">
            <a:extLst>
              <a:ext uri="{FF2B5EF4-FFF2-40B4-BE49-F238E27FC236}">
                <a16:creationId xmlns:a16="http://schemas.microsoft.com/office/drawing/2014/main" id="{662986E7-8A77-578F-610A-9F38AF0C9B6E}"/>
              </a:ext>
            </a:extLst>
          </p:cNvPr>
          <p:cNvSpPr/>
          <p:nvPr/>
        </p:nvSpPr>
        <p:spPr>
          <a:xfrm>
            <a:off x="9236710" y="1718070"/>
            <a:ext cx="1935480" cy="710805"/>
          </a:xfrm>
          <a:prstGeom prst="rect">
            <a:avLst/>
          </a:prstGeom>
          <a:solidFill>
            <a:srgbClr val="F3EDE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800" b="1" err="1">
                <a:solidFill>
                  <a:schemeClr val="tx1"/>
                </a:solidFill>
              </a:rPr>
              <a:t>해설대</a:t>
            </a:r>
            <a:endParaRPr lang="ko-KR" altLang="en-US" sz="2800" b="1">
              <a:solidFill>
                <a:schemeClr val="tx1"/>
              </a:solidFill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793820" y="2575955"/>
            <a:ext cx="2147501" cy="625744"/>
          </a:xfrm>
          <a:prstGeom prst="rect">
            <a:avLst/>
          </a:prstGeom>
          <a:solidFill>
            <a:srgbClr val="F3EDE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anchor="ctr"/>
          <a:lstStyle/>
          <a:p>
            <a:pPr algn="ctr">
              <a:defRPr/>
            </a:pPr>
            <a:r>
              <a:rPr lang="ko-KR" altLang="en-US" sz="2400" b="1" err="1">
                <a:solidFill>
                  <a:schemeClr val="tx1"/>
                </a:solidFill>
              </a:rPr>
              <a:t>전례부</a:t>
            </a:r>
            <a:endParaRPr lang="ko-KR" altLang="en-US" sz="2400" b="1">
              <a:solidFill>
                <a:schemeClr val="tx1"/>
              </a:solidFill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1005841" y="5972534"/>
            <a:ext cx="10166349" cy="769219"/>
          </a:xfrm>
          <a:prstGeom prst="rect">
            <a:avLst/>
          </a:prstGeom>
          <a:solidFill>
            <a:srgbClr val="F3EDE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ko-KR" altLang="en-US" sz="2800" b="1">
                <a:solidFill>
                  <a:schemeClr val="tx1"/>
                </a:solidFill>
              </a:rPr>
              <a:t>성인</a:t>
            </a:r>
            <a:r>
              <a:rPr lang="en-US" altLang="ko-KR" sz="2800" b="1">
                <a:solidFill>
                  <a:schemeClr val="tx1"/>
                </a:solidFill>
              </a:rPr>
              <a:t>, </a:t>
            </a:r>
            <a:r>
              <a:rPr lang="ko-KR" altLang="en-US" sz="2800" b="1">
                <a:solidFill>
                  <a:schemeClr val="tx1"/>
                </a:solidFill>
              </a:rPr>
              <a:t>학부모석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71C6B414-FBAC-14A6-AE43-7AEFEAF13D88}"/>
              </a:ext>
            </a:extLst>
          </p:cNvPr>
          <p:cNvSpPr/>
          <p:nvPr/>
        </p:nvSpPr>
        <p:spPr>
          <a:xfrm>
            <a:off x="4990449" y="1617283"/>
            <a:ext cx="1767840" cy="710805"/>
          </a:xfrm>
          <a:prstGeom prst="rect">
            <a:avLst/>
          </a:prstGeom>
          <a:solidFill>
            <a:srgbClr val="F3EDE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800" b="1">
                <a:solidFill>
                  <a:schemeClr val="tx1"/>
                </a:solidFill>
              </a:rPr>
              <a:t>제대</a:t>
            </a:r>
          </a:p>
        </p:txBody>
      </p:sp>
      <p:sp>
        <p:nvSpPr>
          <p:cNvPr id="27" name="직사각형 26"/>
          <p:cNvSpPr/>
          <p:nvPr/>
        </p:nvSpPr>
        <p:spPr>
          <a:xfrm>
            <a:off x="9236710" y="3208528"/>
            <a:ext cx="1935480" cy="2445646"/>
          </a:xfrm>
          <a:prstGeom prst="rect">
            <a:avLst/>
          </a:prstGeom>
          <a:solidFill>
            <a:srgbClr val="F3EDE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anchor="ctr"/>
          <a:lstStyle/>
          <a:p>
            <a:pPr lvl="0" algn="ctr">
              <a:defRPr/>
            </a:pPr>
            <a:r>
              <a:rPr lang="en-US" altLang="ko-KR" sz="2800" b="1">
                <a:solidFill>
                  <a:schemeClr val="tx1"/>
                </a:solidFill>
                <a:cs typeface="Calibri"/>
              </a:rPr>
              <a:t>6</a:t>
            </a:r>
            <a:r>
              <a:rPr lang="ko-KR" altLang="en-US" sz="2800" b="1">
                <a:solidFill>
                  <a:schemeClr val="tx1"/>
                </a:solidFill>
                <a:cs typeface="Calibri"/>
              </a:rPr>
              <a:t>학년</a:t>
            </a:r>
            <a:endParaRPr lang="en-US" altLang="ko-KR" sz="2800" b="1" err="1">
              <a:solidFill>
                <a:schemeClr val="tx1"/>
              </a:solidFill>
              <a:cs typeface="Calibri"/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9236710" y="2587215"/>
            <a:ext cx="1935480" cy="626546"/>
          </a:xfrm>
          <a:prstGeom prst="rect">
            <a:avLst/>
          </a:prstGeom>
          <a:solidFill>
            <a:srgbClr val="F3EDE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ko-KR" altLang="en-US" sz="2800" b="1">
                <a:solidFill>
                  <a:schemeClr val="tx1"/>
                </a:solidFill>
              </a:rPr>
              <a:t>성가대</a:t>
            </a:r>
          </a:p>
        </p:txBody>
      </p:sp>
      <p:sp>
        <p:nvSpPr>
          <p:cNvPr id="33" name="직사각형 32"/>
          <p:cNvSpPr/>
          <p:nvPr/>
        </p:nvSpPr>
        <p:spPr>
          <a:xfrm>
            <a:off x="793819" y="3183958"/>
            <a:ext cx="2147501" cy="2449692"/>
          </a:xfrm>
          <a:prstGeom prst="rect">
            <a:avLst/>
          </a:prstGeom>
          <a:solidFill>
            <a:srgbClr val="F3EDE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anchor="ctr"/>
          <a:lstStyle/>
          <a:p>
            <a:pPr lvl="0" algn="ctr">
              <a:defRPr/>
            </a:pPr>
            <a:r>
              <a:rPr lang="ko-KR" altLang="en-US" sz="2400" b="1" err="1">
                <a:solidFill>
                  <a:schemeClr val="tx1"/>
                </a:solidFill>
                <a:cs typeface="Calibri"/>
              </a:rPr>
              <a:t>유치부</a:t>
            </a:r>
            <a:r>
              <a:rPr lang="en-US" altLang="ko-KR" sz="2400" b="1">
                <a:solidFill>
                  <a:schemeClr val="tx1"/>
                </a:solidFill>
                <a:cs typeface="Calibri"/>
              </a:rPr>
              <a:t>,</a:t>
            </a:r>
            <a:r>
              <a:rPr lang="ko-KR" altLang="en-US" sz="2400" b="1">
                <a:solidFill>
                  <a:schemeClr val="tx1"/>
                </a:solidFill>
                <a:cs typeface="Calibri"/>
              </a:rPr>
              <a:t> </a:t>
            </a:r>
            <a:endParaRPr lang="en-US" altLang="ko-KR" sz="2400" b="1">
              <a:solidFill>
                <a:schemeClr val="tx1"/>
              </a:solidFill>
              <a:cs typeface="Calibri"/>
            </a:endParaRPr>
          </a:p>
          <a:p>
            <a:pPr lvl="0" algn="ctr">
              <a:defRPr/>
            </a:pPr>
            <a:r>
              <a:rPr lang="en-US" altLang="ko-KR" sz="2400" b="1">
                <a:solidFill>
                  <a:schemeClr val="tx1"/>
                </a:solidFill>
                <a:cs typeface="Calibri"/>
              </a:rPr>
              <a:t>1</a:t>
            </a:r>
            <a:r>
              <a:rPr lang="ko-KR" altLang="en-US" sz="2400" b="1">
                <a:solidFill>
                  <a:schemeClr val="tx1"/>
                </a:solidFill>
                <a:cs typeface="Calibri"/>
              </a:rPr>
              <a:t>학년</a:t>
            </a:r>
            <a:r>
              <a:rPr lang="en-US" altLang="ko-KR" sz="2400" b="1">
                <a:solidFill>
                  <a:schemeClr val="tx1"/>
                </a:solidFill>
                <a:cs typeface="Calibri"/>
              </a:rPr>
              <a:t>,</a:t>
            </a:r>
          </a:p>
          <a:p>
            <a:pPr lvl="0" algn="ctr">
              <a:defRPr/>
            </a:pPr>
            <a:r>
              <a:rPr lang="en-US" altLang="ko-KR" sz="2400" b="1">
                <a:solidFill>
                  <a:schemeClr val="tx1"/>
                </a:solidFill>
                <a:cs typeface="Calibri"/>
              </a:rPr>
              <a:t>2</a:t>
            </a:r>
            <a:r>
              <a:rPr lang="ko-KR" altLang="en-US" sz="2400" b="1">
                <a:solidFill>
                  <a:schemeClr val="tx1"/>
                </a:solidFill>
                <a:cs typeface="Calibri"/>
              </a:rPr>
              <a:t>학년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096F67B3-34A9-A227-93D0-8C8D80A094E3}"/>
              </a:ext>
            </a:extLst>
          </p:cNvPr>
          <p:cNvSpPr/>
          <p:nvPr/>
        </p:nvSpPr>
        <p:spPr>
          <a:xfrm>
            <a:off x="6758289" y="2587215"/>
            <a:ext cx="1935480" cy="3080710"/>
          </a:xfrm>
          <a:prstGeom prst="rect">
            <a:avLst/>
          </a:prstGeom>
          <a:solidFill>
            <a:srgbClr val="F3EDE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en-US" altLang="ko-KR" sz="2800" b="1">
                <a:solidFill>
                  <a:schemeClr val="tx1"/>
                </a:solidFill>
              </a:rPr>
              <a:t>3</a:t>
            </a:r>
            <a:r>
              <a:rPr lang="ko-KR" altLang="en-US" sz="2800" b="1">
                <a:solidFill>
                  <a:schemeClr val="tx1"/>
                </a:solidFill>
              </a:rPr>
              <a:t>학년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B76F7296-345D-2C72-7A29-E47225E85F77}"/>
              </a:ext>
            </a:extLst>
          </p:cNvPr>
          <p:cNvSpPr/>
          <p:nvPr/>
        </p:nvSpPr>
        <p:spPr>
          <a:xfrm>
            <a:off x="3341619" y="2632697"/>
            <a:ext cx="1935480" cy="1563703"/>
          </a:xfrm>
          <a:prstGeom prst="rect">
            <a:avLst/>
          </a:prstGeom>
          <a:solidFill>
            <a:srgbClr val="F3EDE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en-US" altLang="ko-KR" sz="2800" b="1">
                <a:solidFill>
                  <a:schemeClr val="tx1"/>
                </a:solidFill>
              </a:rPr>
              <a:t>4</a:t>
            </a:r>
            <a:r>
              <a:rPr lang="ko-KR" altLang="en-US" sz="2800" b="1">
                <a:solidFill>
                  <a:schemeClr val="tx1"/>
                </a:solidFill>
              </a:rPr>
              <a:t>학년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7A1B53B-EA57-065D-35A5-16FE7F360948}"/>
              </a:ext>
            </a:extLst>
          </p:cNvPr>
          <p:cNvSpPr/>
          <p:nvPr/>
        </p:nvSpPr>
        <p:spPr>
          <a:xfrm>
            <a:off x="3341618" y="4196401"/>
            <a:ext cx="1931421" cy="1437250"/>
          </a:xfrm>
          <a:prstGeom prst="rect">
            <a:avLst/>
          </a:prstGeom>
          <a:solidFill>
            <a:srgbClr val="F3EDE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en-US" altLang="ko-KR" sz="2800" b="1">
                <a:solidFill>
                  <a:schemeClr val="tx1"/>
                </a:solidFill>
              </a:rPr>
              <a:t>5</a:t>
            </a:r>
            <a:r>
              <a:rPr lang="ko-KR" altLang="en-US" sz="2800" b="1">
                <a:solidFill>
                  <a:schemeClr val="tx1"/>
                </a:solidFill>
              </a:rPr>
              <a:t>학년</a:t>
            </a:r>
          </a:p>
        </p:txBody>
      </p:sp>
    </p:spTree>
    <p:extLst>
      <p:ext uri="{BB962C8B-B14F-4D97-AF65-F5344CB8AC3E}">
        <p14:creationId xmlns:p14="http://schemas.microsoft.com/office/powerpoint/2010/main" val="24043638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DC9521-F421-9148-F61B-498ADF21C3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그림 6" descr="/Users/SUNDAYSCHOOL/Library/Group Containers/L48J367XN4.com.infraware.PolarisOfficeSA/EngineTemp/5598/fImage42362064871912.png">
            <a:extLst>
              <a:ext uri="{FF2B5EF4-FFF2-40B4-BE49-F238E27FC236}">
                <a16:creationId xmlns:a16="http://schemas.microsoft.com/office/drawing/2014/main" id="{E9F937F0-88AE-EDEF-2787-30FCBDFBE74C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30264" y="6113"/>
            <a:ext cx="12190095" cy="6859270"/>
          </a:xfrm>
          <a:prstGeom prst="rect">
            <a:avLst/>
          </a:prstGeom>
          <a:noFill/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B7189C41-C4AA-49EB-739C-BBDC83744145}"/>
              </a:ext>
            </a:extLst>
          </p:cNvPr>
          <p:cNvSpPr txBox="1"/>
          <p:nvPr/>
        </p:nvSpPr>
        <p:spPr>
          <a:xfrm>
            <a:off x="655415" y="284893"/>
            <a:ext cx="10633660" cy="892552"/>
          </a:xfrm>
          <a:prstGeom prst="rect">
            <a:avLst/>
          </a:prstGeom>
          <a:noFill/>
          <a:ln w="19050">
            <a:noFill/>
          </a:ln>
        </p:spPr>
        <p:txBody>
          <a:bodyPr vert="horz" wrap="square" lIns="60960" tIns="30480" rIns="60960" bIns="30480" anchor="t">
            <a:spAutoFit/>
          </a:bodyPr>
          <a:lstStyle/>
          <a:p>
            <a:pPr algn="ctr" defTabSz="608965" latinLnBrk="0">
              <a:defRPr/>
            </a:pPr>
            <a:r>
              <a:rPr lang="en-US" altLang="ko-KR" sz="5400" b="1" dirty="0">
                <a:solidFill>
                  <a:schemeClr val="bg1">
                    <a:lumMod val="50000"/>
                    <a:lumOff val="0"/>
                  </a:schemeClr>
                </a:solidFill>
                <a:latin typeface="맑은 고딕"/>
                <a:ea typeface="맑은 고딕"/>
              </a:rPr>
              <a:t>9</a:t>
            </a:r>
            <a:r>
              <a:rPr lang="ko-KR" altLang="en-US" sz="5400" b="1" dirty="0">
                <a:solidFill>
                  <a:schemeClr val="bg1">
                    <a:lumMod val="50000"/>
                    <a:lumOff val="0"/>
                  </a:schemeClr>
                </a:solidFill>
                <a:latin typeface="맑은 고딕"/>
                <a:ea typeface="맑은 고딕"/>
              </a:rPr>
              <a:t>월 순교자 </a:t>
            </a:r>
            <a:r>
              <a:rPr lang="ko-KR" altLang="en-US" sz="5400" b="1" dirty="0" err="1">
                <a:solidFill>
                  <a:schemeClr val="bg1">
                    <a:lumMod val="50000"/>
                    <a:lumOff val="0"/>
                  </a:schemeClr>
                </a:solidFill>
                <a:latin typeface="맑은 고딕"/>
                <a:ea typeface="맑은 고딕"/>
              </a:rPr>
              <a:t>성월</a:t>
            </a:r>
            <a:r>
              <a:rPr lang="ko-KR" altLang="en-US" sz="5400" b="1" dirty="0">
                <a:solidFill>
                  <a:schemeClr val="bg1">
                    <a:lumMod val="50000"/>
                    <a:lumOff val="0"/>
                  </a:schemeClr>
                </a:solidFill>
                <a:latin typeface="맑은 고딕"/>
                <a:ea typeface="맑은 고딕"/>
              </a:rPr>
              <a:t> 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987E9A5E-E1C7-DB91-25E1-7A7BC9C51B13}"/>
              </a:ext>
            </a:extLst>
          </p:cNvPr>
          <p:cNvSpPr txBox="1">
            <a:spLocks/>
          </p:cNvSpPr>
          <p:nvPr/>
        </p:nvSpPr>
        <p:spPr>
          <a:xfrm>
            <a:off x="166277" y="1177445"/>
            <a:ext cx="11797015" cy="5497194"/>
          </a:xfrm>
          <a:prstGeom prst="rect">
            <a:avLst/>
          </a:prstGeom>
        </p:spPr>
        <p:txBody>
          <a:bodyPr vert="horz" wrap="square" lIns="60960" tIns="30480" rIns="60960" bIns="30480" rtlCol="0" anchor="ctr">
            <a:noAutofit/>
          </a:bodyPr>
          <a:lstStyle>
            <a:lvl1pPr algn="ctr" defTabSz="608990" rtl="0" eaLnBrk="1" latinLnBrk="0" hangingPunct="1">
              <a:spcBef>
                <a:spcPct val="0"/>
              </a:spcBef>
              <a:buNone/>
              <a:defRPr sz="29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altLang="ko-KR" sz="3600" b="1" dirty="0">
              <a:latin typeface="Malgun Gothic"/>
              <a:ea typeface="Malgun Gothic"/>
              <a:cs typeface="Calibri"/>
            </a:endParaRPr>
          </a:p>
          <a:p>
            <a:r>
              <a:rPr lang="en-US" altLang="ko-KR" sz="2800" b="1" dirty="0">
                <a:latin typeface="Malgun Gothic"/>
                <a:ea typeface="Malgun Gothic"/>
                <a:cs typeface="Calibri"/>
              </a:rPr>
              <a:t> </a:t>
            </a:r>
          </a:p>
          <a:p>
            <a:endParaRPr lang="ko-KR" altLang="en-US" sz="2800" b="1" dirty="0">
              <a:latin typeface="Malgun Gothic"/>
              <a:ea typeface="Malgun Gothic"/>
              <a:cs typeface="Calibri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800A89B-4F2B-DAAA-5854-DBB7318E026B}"/>
              </a:ext>
            </a:extLst>
          </p:cNvPr>
          <p:cNvSpPr txBox="1"/>
          <p:nvPr/>
        </p:nvSpPr>
        <p:spPr>
          <a:xfrm>
            <a:off x="234798" y="1177445"/>
            <a:ext cx="7669858" cy="58169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0" algn="l">
              <a:buNone/>
            </a:pPr>
            <a:r>
              <a:rPr lang="ko-KR" altLang="ko-KR" sz="2000" b="1" i="0" dirty="0">
                <a:solidFill>
                  <a:schemeClr val="tx1"/>
                </a:solidFill>
                <a:effectLst/>
                <a:latin typeface="+mn-lt"/>
                <a:ea typeface="굴림" panose="020B0600000101010101" pitchFamily="34" charset="-127"/>
              </a:rPr>
              <a:t>○  </a:t>
            </a:r>
            <a:r>
              <a:rPr lang="ko-KR" altLang="ko-KR" sz="2400" b="1" i="0" dirty="0" err="1">
                <a:solidFill>
                  <a:schemeClr val="tx1"/>
                </a:solidFill>
                <a:effectLst/>
                <a:latin typeface="+mn-lt"/>
                <a:ea typeface="굴림" panose="020B0600000101010101" pitchFamily="34" charset="-127"/>
              </a:rPr>
              <a:t>이땅의</a:t>
            </a:r>
            <a:r>
              <a:rPr lang="ko-KR" altLang="ko-KR" sz="2400" b="1" i="0" dirty="0">
                <a:solidFill>
                  <a:schemeClr val="tx1"/>
                </a:solidFill>
                <a:effectLst/>
                <a:latin typeface="+mn-lt"/>
                <a:ea typeface="굴림" panose="020B0600000101010101" pitchFamily="34" charset="-127"/>
              </a:rPr>
              <a:t> 모든 순교자여,</a:t>
            </a:r>
            <a:endParaRPr lang="ko-KR" altLang="ko-KR" sz="2400" b="0" i="0" dirty="0">
              <a:solidFill>
                <a:schemeClr val="tx1"/>
              </a:solidFill>
              <a:effectLst/>
              <a:latin typeface="+mn-lt"/>
              <a:ea typeface="Apple SD Gothic Neo" panose="02000300000000000000" pitchFamily="2" charset="-127"/>
            </a:endParaRPr>
          </a:p>
          <a:p>
            <a:pPr indent="0" algn="l">
              <a:buNone/>
            </a:pPr>
            <a:r>
              <a:rPr lang="ko-KR" altLang="ko-KR" sz="2400" b="1" i="0" dirty="0">
                <a:solidFill>
                  <a:schemeClr val="tx1"/>
                </a:solidFill>
                <a:effectLst/>
                <a:latin typeface="+mn-lt"/>
                <a:ea typeface="굴림" panose="020B0600000101010101" pitchFamily="34" charset="-127"/>
              </a:rPr>
              <a:t>       당신들은 하느님의 은총에 힘입어</a:t>
            </a:r>
            <a:endParaRPr lang="ko-KR" altLang="ko-KR" sz="2400" b="0" i="0" dirty="0">
              <a:solidFill>
                <a:schemeClr val="tx1"/>
              </a:solidFill>
              <a:effectLst/>
              <a:latin typeface="+mn-lt"/>
              <a:ea typeface="Apple SD Gothic Neo" panose="02000300000000000000" pitchFamily="2" charset="-127"/>
            </a:endParaRPr>
          </a:p>
          <a:p>
            <a:pPr indent="0" algn="l">
              <a:buNone/>
            </a:pPr>
            <a:r>
              <a:rPr lang="ko-KR" altLang="ko-KR" sz="2400" b="1" i="0" dirty="0">
                <a:solidFill>
                  <a:schemeClr val="tx1"/>
                </a:solidFill>
                <a:effectLst/>
                <a:latin typeface="+mn-lt"/>
                <a:ea typeface="굴림" panose="020B0600000101010101" pitchFamily="34" charset="-127"/>
              </a:rPr>
              <a:t>       굳은 신앙으로</a:t>
            </a:r>
            <a:endParaRPr lang="ko-KR" altLang="ko-KR" sz="2400" b="0" i="0" dirty="0">
              <a:solidFill>
                <a:schemeClr val="tx1"/>
              </a:solidFill>
              <a:effectLst/>
              <a:latin typeface="+mn-lt"/>
              <a:ea typeface="Apple SD Gothic Neo" panose="02000300000000000000" pitchFamily="2" charset="-127"/>
            </a:endParaRPr>
          </a:p>
          <a:p>
            <a:pPr indent="0" algn="l">
              <a:buNone/>
            </a:pPr>
            <a:r>
              <a:rPr lang="ko-KR" altLang="ko-KR" sz="2400" b="1" i="0" dirty="0">
                <a:solidFill>
                  <a:schemeClr val="tx1"/>
                </a:solidFill>
                <a:effectLst/>
                <a:latin typeface="+mn-lt"/>
                <a:ea typeface="굴림" panose="020B0600000101010101" pitchFamily="34" charset="-127"/>
              </a:rPr>
              <a:t>       예수 그리스도의 사랑과</a:t>
            </a:r>
            <a:endParaRPr lang="ko-KR" altLang="ko-KR" sz="2400" b="0" i="0" dirty="0">
              <a:solidFill>
                <a:schemeClr val="tx1"/>
              </a:solidFill>
              <a:effectLst/>
              <a:latin typeface="+mn-lt"/>
              <a:ea typeface="Apple SD Gothic Neo" panose="02000300000000000000" pitchFamily="2" charset="-127"/>
            </a:endParaRPr>
          </a:p>
          <a:p>
            <a:pPr indent="0" algn="l">
              <a:buNone/>
            </a:pPr>
            <a:r>
              <a:rPr lang="ko-KR" altLang="ko-KR" sz="2400" b="1" i="0" dirty="0">
                <a:solidFill>
                  <a:schemeClr val="tx1"/>
                </a:solidFill>
                <a:effectLst/>
                <a:latin typeface="+mn-lt"/>
                <a:ea typeface="굴림" panose="020B0600000101010101" pitchFamily="34" charset="-127"/>
              </a:rPr>
              <a:t>       복음과 교회를 위하여</a:t>
            </a:r>
            <a:endParaRPr lang="ko-KR" altLang="ko-KR" sz="2400" b="0" i="0" dirty="0">
              <a:solidFill>
                <a:schemeClr val="tx1"/>
              </a:solidFill>
              <a:effectLst/>
              <a:latin typeface="+mn-lt"/>
              <a:ea typeface="Apple SD Gothic Neo" panose="02000300000000000000" pitchFamily="2" charset="-127"/>
            </a:endParaRPr>
          </a:p>
          <a:p>
            <a:pPr indent="0" algn="l">
              <a:buNone/>
            </a:pPr>
            <a:r>
              <a:rPr lang="ko-KR" altLang="ko-KR" sz="2400" b="1" i="0" dirty="0">
                <a:solidFill>
                  <a:schemeClr val="tx1"/>
                </a:solidFill>
                <a:effectLst/>
                <a:latin typeface="+mn-lt"/>
                <a:ea typeface="굴림" panose="020B0600000101010101" pitchFamily="34" charset="-127"/>
              </a:rPr>
              <a:t>       피를 </a:t>
            </a:r>
            <a:r>
              <a:rPr lang="ko-KR" altLang="ko-KR" sz="2400" b="1" i="0" dirty="0" err="1">
                <a:solidFill>
                  <a:schemeClr val="tx1"/>
                </a:solidFill>
                <a:effectLst/>
                <a:latin typeface="+mn-lt"/>
                <a:ea typeface="굴림" panose="020B0600000101010101" pitchFamily="34" charset="-127"/>
              </a:rPr>
              <a:t>흘리셨나이다</a:t>
            </a:r>
            <a:r>
              <a:rPr lang="ko-KR" altLang="ko-KR" sz="2400" b="1" i="0" dirty="0">
                <a:solidFill>
                  <a:schemeClr val="tx1"/>
                </a:solidFill>
                <a:effectLst/>
                <a:latin typeface="+mn-lt"/>
                <a:ea typeface="굴림" panose="020B0600000101010101" pitchFamily="34" charset="-127"/>
              </a:rPr>
              <a:t>.</a:t>
            </a:r>
            <a:endParaRPr lang="ko-KR" altLang="ko-KR" sz="2400" b="0" i="0" dirty="0">
              <a:solidFill>
                <a:schemeClr val="tx1"/>
              </a:solidFill>
              <a:effectLst/>
              <a:latin typeface="+mn-lt"/>
              <a:ea typeface="Apple SD Gothic Neo" panose="02000300000000000000" pitchFamily="2" charset="-127"/>
            </a:endParaRPr>
          </a:p>
          <a:p>
            <a:pPr indent="0" algn="l">
              <a:buNone/>
            </a:pPr>
            <a:r>
              <a:rPr lang="ko-KR" altLang="ko-KR" sz="2400" b="1" i="0" dirty="0">
                <a:solidFill>
                  <a:schemeClr val="tx1"/>
                </a:solidFill>
                <a:effectLst/>
                <a:latin typeface="+mn-lt"/>
                <a:ea typeface="굴림" panose="020B0600000101010101" pitchFamily="34" charset="-127"/>
              </a:rPr>
              <a:t>●  저희는 현세에서 악의 세력과 치열하게 싸우며</a:t>
            </a:r>
            <a:endParaRPr lang="ko-KR" altLang="ko-KR" sz="2400" b="0" i="0" dirty="0">
              <a:solidFill>
                <a:schemeClr val="tx1"/>
              </a:solidFill>
              <a:effectLst/>
              <a:latin typeface="+mn-lt"/>
              <a:ea typeface="Apple SD Gothic Neo" panose="02000300000000000000" pitchFamily="2" charset="-127"/>
            </a:endParaRPr>
          </a:p>
          <a:p>
            <a:pPr indent="0" algn="l">
              <a:buNone/>
            </a:pPr>
            <a:r>
              <a:rPr lang="ko-KR" altLang="ko-KR" sz="2400" b="1" i="0" dirty="0">
                <a:solidFill>
                  <a:schemeClr val="tx1"/>
                </a:solidFill>
                <a:effectLst/>
                <a:latin typeface="+mn-lt"/>
                <a:ea typeface="굴림" panose="020B0600000101010101" pitchFamily="34" charset="-127"/>
              </a:rPr>
              <a:t>       당신들이 거두신 승리의 영광을 노래하고</a:t>
            </a:r>
            <a:endParaRPr lang="ko-KR" altLang="ko-KR" sz="2400" b="0" i="0" dirty="0">
              <a:solidFill>
                <a:schemeClr val="tx1"/>
              </a:solidFill>
              <a:effectLst/>
              <a:latin typeface="+mn-lt"/>
              <a:ea typeface="Apple SD Gothic Neo" panose="02000300000000000000" pitchFamily="2" charset="-127"/>
            </a:endParaRPr>
          </a:p>
          <a:p>
            <a:pPr indent="0" algn="l">
              <a:buNone/>
            </a:pPr>
            <a:r>
              <a:rPr lang="ko-KR" altLang="ko-KR" sz="2400" b="1" i="0" dirty="0">
                <a:solidFill>
                  <a:schemeClr val="tx1"/>
                </a:solidFill>
                <a:effectLst/>
                <a:latin typeface="+mn-lt"/>
                <a:ea typeface="굴림" panose="020B0600000101010101" pitchFamily="34" charset="-127"/>
              </a:rPr>
              <a:t>       모든 선의 근원이신 하느님을 </a:t>
            </a:r>
            <a:r>
              <a:rPr lang="ko-KR" altLang="ko-KR" sz="2400" b="1" i="0" dirty="0" err="1">
                <a:solidFill>
                  <a:schemeClr val="tx1"/>
                </a:solidFill>
                <a:effectLst/>
                <a:latin typeface="+mn-lt"/>
                <a:ea typeface="굴림" panose="020B0600000101010101" pitchFamily="34" charset="-127"/>
              </a:rPr>
              <a:t>찬양하오니</a:t>
            </a:r>
            <a:endParaRPr lang="ko-KR" altLang="ko-KR" sz="2400" b="0" i="0" dirty="0">
              <a:solidFill>
                <a:schemeClr val="tx1"/>
              </a:solidFill>
              <a:effectLst/>
              <a:latin typeface="+mn-lt"/>
              <a:ea typeface="Apple SD Gothic Neo" panose="02000300000000000000" pitchFamily="2" charset="-127"/>
            </a:endParaRPr>
          </a:p>
          <a:p>
            <a:pPr indent="0" algn="l">
              <a:buNone/>
            </a:pPr>
            <a:r>
              <a:rPr lang="ko-KR" altLang="ko-KR" sz="2400" b="1" i="0" dirty="0">
                <a:solidFill>
                  <a:schemeClr val="tx1"/>
                </a:solidFill>
                <a:effectLst/>
                <a:latin typeface="+mn-lt"/>
                <a:ea typeface="굴림" panose="020B0600000101010101" pitchFamily="34" charset="-127"/>
              </a:rPr>
              <a:t>       저희를 위하여 </a:t>
            </a:r>
            <a:r>
              <a:rPr lang="ko-KR" altLang="ko-KR" sz="2400" b="1" i="0" dirty="0" err="1">
                <a:solidFill>
                  <a:schemeClr val="tx1"/>
                </a:solidFill>
                <a:effectLst/>
                <a:latin typeface="+mn-lt"/>
                <a:ea typeface="굴림" panose="020B0600000101010101" pitchFamily="34" charset="-127"/>
              </a:rPr>
              <a:t>빌어주소서</a:t>
            </a:r>
            <a:r>
              <a:rPr lang="ko-KR" altLang="ko-KR" sz="2400" b="1" i="0" dirty="0">
                <a:solidFill>
                  <a:schemeClr val="tx1"/>
                </a:solidFill>
                <a:effectLst/>
                <a:latin typeface="+mn-lt"/>
                <a:ea typeface="굴림" panose="020B0600000101010101" pitchFamily="34" charset="-127"/>
              </a:rPr>
              <a:t>.</a:t>
            </a:r>
            <a:endParaRPr lang="ko-KR" altLang="ko-KR" sz="2400" b="0" i="0" dirty="0">
              <a:solidFill>
                <a:schemeClr val="tx1"/>
              </a:solidFill>
              <a:effectLst/>
              <a:latin typeface="+mn-lt"/>
              <a:ea typeface="Apple SD Gothic Neo" panose="02000300000000000000" pitchFamily="2" charset="-127"/>
            </a:endParaRPr>
          </a:p>
          <a:p>
            <a:pPr indent="0" algn="l">
              <a:buNone/>
            </a:pPr>
            <a:r>
              <a:rPr lang="ko-KR" altLang="ko-KR" sz="2400" b="1" i="0" dirty="0">
                <a:solidFill>
                  <a:schemeClr val="tx1"/>
                </a:solidFill>
                <a:effectLst/>
                <a:latin typeface="+mn-lt"/>
                <a:ea typeface="굴림" panose="020B0600000101010101" pitchFamily="34" charset="-127"/>
              </a:rPr>
              <a:t>○  위대하신 </a:t>
            </a:r>
            <a:r>
              <a:rPr lang="ko-KR" altLang="ko-KR" sz="2400" b="1" i="0" dirty="0" err="1">
                <a:solidFill>
                  <a:schemeClr val="tx1"/>
                </a:solidFill>
                <a:effectLst/>
                <a:latin typeface="+mn-lt"/>
                <a:ea typeface="굴림" panose="020B0600000101010101" pitchFamily="34" charset="-127"/>
              </a:rPr>
              <a:t>순교자들이여</a:t>
            </a:r>
            <a:r>
              <a:rPr lang="ko-KR" altLang="ko-KR" sz="2400" b="1" i="0" dirty="0">
                <a:solidFill>
                  <a:schemeClr val="tx1"/>
                </a:solidFill>
                <a:effectLst/>
                <a:latin typeface="+mn-lt"/>
                <a:ea typeface="굴림" panose="020B0600000101010101" pitchFamily="34" charset="-127"/>
              </a:rPr>
              <a:t>,</a:t>
            </a:r>
            <a:endParaRPr lang="ko-KR" altLang="ko-KR" sz="2400" b="0" i="0" dirty="0">
              <a:solidFill>
                <a:schemeClr val="tx1"/>
              </a:solidFill>
              <a:effectLst/>
              <a:latin typeface="+mn-lt"/>
              <a:ea typeface="Apple SD Gothic Neo" panose="02000300000000000000" pitchFamily="2" charset="-127"/>
            </a:endParaRPr>
          </a:p>
          <a:p>
            <a:pPr indent="0" algn="l">
              <a:buNone/>
            </a:pPr>
            <a:r>
              <a:rPr lang="ko-KR" altLang="ko-KR" sz="2400" b="1" i="0" dirty="0">
                <a:solidFill>
                  <a:schemeClr val="tx1"/>
                </a:solidFill>
                <a:effectLst/>
                <a:latin typeface="+mn-lt"/>
                <a:ea typeface="굴림" panose="020B0600000101010101" pitchFamily="34" charset="-127"/>
              </a:rPr>
              <a:t>       천상의 </a:t>
            </a:r>
            <a:r>
              <a:rPr lang="ko-KR" altLang="ko-KR" sz="2400" b="1" i="0" dirty="0" err="1">
                <a:solidFill>
                  <a:schemeClr val="tx1"/>
                </a:solidFill>
                <a:effectLst/>
                <a:latin typeface="+mn-lt"/>
                <a:ea typeface="굴림" panose="020B0600000101010101" pitchFamily="34" charset="-127"/>
              </a:rPr>
              <a:t>모후이신</a:t>
            </a:r>
            <a:r>
              <a:rPr lang="ko-KR" altLang="ko-KR" sz="2400" b="1" i="0" dirty="0">
                <a:solidFill>
                  <a:schemeClr val="tx1"/>
                </a:solidFill>
                <a:effectLst/>
                <a:latin typeface="+mn-lt"/>
                <a:ea typeface="굴림" panose="020B0600000101010101" pitchFamily="34" charset="-127"/>
              </a:rPr>
              <a:t> 성모 마리아와 함께</a:t>
            </a:r>
            <a:endParaRPr lang="ko-KR" altLang="ko-KR" sz="2400" b="0" i="0" dirty="0">
              <a:solidFill>
                <a:schemeClr val="tx1"/>
              </a:solidFill>
              <a:effectLst/>
              <a:latin typeface="+mn-lt"/>
              <a:ea typeface="Apple SD Gothic Neo" panose="02000300000000000000" pitchFamily="2" charset="-127"/>
            </a:endParaRPr>
          </a:p>
          <a:p>
            <a:pPr indent="0" algn="l">
              <a:buNone/>
            </a:pPr>
            <a:r>
              <a:rPr lang="ko-KR" altLang="ko-KR" sz="2400" b="1" i="0" dirty="0">
                <a:solidFill>
                  <a:schemeClr val="tx1"/>
                </a:solidFill>
                <a:effectLst/>
                <a:latin typeface="+mn-lt"/>
                <a:ea typeface="굴림" panose="020B0600000101010101" pitchFamily="34" charset="-127"/>
              </a:rPr>
              <a:t>       저희를 위하여 </a:t>
            </a:r>
            <a:r>
              <a:rPr lang="ko-KR" altLang="ko-KR" sz="2400" b="1" i="0" dirty="0" err="1">
                <a:solidFill>
                  <a:schemeClr val="tx1"/>
                </a:solidFill>
                <a:effectLst/>
                <a:latin typeface="+mn-lt"/>
                <a:ea typeface="굴림" panose="020B0600000101010101" pitchFamily="34" charset="-127"/>
              </a:rPr>
              <a:t>빌어주시어</a:t>
            </a:r>
            <a:endParaRPr lang="ko-KR" altLang="ko-KR" sz="2400" b="0" i="0" dirty="0">
              <a:solidFill>
                <a:schemeClr val="tx1"/>
              </a:solidFill>
              <a:effectLst/>
              <a:latin typeface="+mn-lt"/>
              <a:ea typeface="Apple SD Gothic Neo" panose="02000300000000000000" pitchFamily="2" charset="-127"/>
            </a:endParaRPr>
          </a:p>
          <a:p>
            <a:pPr indent="0" algn="l">
              <a:buNone/>
            </a:pPr>
            <a:r>
              <a:rPr lang="ko-KR" altLang="ko-KR" sz="2400" b="1" i="0" dirty="0">
                <a:solidFill>
                  <a:schemeClr val="tx1"/>
                </a:solidFill>
                <a:effectLst/>
                <a:latin typeface="+mn-lt"/>
                <a:ea typeface="굴림" panose="020B0600000101010101" pitchFamily="34" charset="-127"/>
              </a:rPr>
              <a:t>       하느님의 자비를 </a:t>
            </a:r>
            <a:r>
              <a:rPr lang="ko-KR" altLang="ko-KR" sz="2400" b="1" i="0" dirty="0" err="1">
                <a:solidFill>
                  <a:schemeClr val="tx1"/>
                </a:solidFill>
                <a:effectLst/>
                <a:latin typeface="+mn-lt"/>
                <a:ea typeface="굴림" panose="020B0600000101010101" pitchFamily="34" charset="-127"/>
              </a:rPr>
              <a:t>얻어주소서</a:t>
            </a:r>
            <a:r>
              <a:rPr lang="ko-KR" altLang="ko-KR" sz="2400" b="1" i="0" dirty="0">
                <a:solidFill>
                  <a:schemeClr val="tx1"/>
                </a:solidFill>
                <a:effectLst/>
                <a:latin typeface="+mn-lt"/>
                <a:ea typeface="굴림" panose="020B0600000101010101" pitchFamily="34" charset="-127"/>
              </a:rPr>
              <a:t>.</a:t>
            </a:r>
            <a:endParaRPr lang="ko-KR" altLang="ko-KR" sz="2400" b="0" i="0" dirty="0">
              <a:solidFill>
                <a:schemeClr val="tx1"/>
              </a:solidFill>
              <a:effectLst/>
              <a:latin typeface="+mn-lt"/>
              <a:ea typeface="Apple SD Gothic Neo" panose="02000300000000000000" pitchFamily="2" charset="-127"/>
            </a:endParaRPr>
          </a:p>
          <a:p>
            <a:pPr indent="0" algn="l">
              <a:buNone/>
            </a:pPr>
            <a:br>
              <a:rPr lang="ko-KR" altLang="ko-KR" dirty="0"/>
            </a:b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606707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168B97-6B5F-401E-664A-DDD143527D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그림 6" descr="/Users/SUNDAYSCHOOL/Library/Group Containers/L48J367XN4.com.infraware.PolarisOfficeSA/EngineTemp/5598/fImage42362064871912.png">
            <a:extLst>
              <a:ext uri="{FF2B5EF4-FFF2-40B4-BE49-F238E27FC236}">
                <a16:creationId xmlns:a16="http://schemas.microsoft.com/office/drawing/2014/main" id="{14D51187-448F-718E-BFAB-5A543A54F6A9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0095" cy="6859270"/>
          </a:xfrm>
          <a:prstGeom prst="rect">
            <a:avLst/>
          </a:prstGeom>
          <a:noFill/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476526F0-0364-14C7-EE5F-EA5D4B54E1B1}"/>
              </a:ext>
            </a:extLst>
          </p:cNvPr>
          <p:cNvSpPr txBox="1"/>
          <p:nvPr/>
        </p:nvSpPr>
        <p:spPr>
          <a:xfrm>
            <a:off x="744625" y="289568"/>
            <a:ext cx="10633660" cy="892552"/>
          </a:xfrm>
          <a:prstGeom prst="rect">
            <a:avLst/>
          </a:prstGeom>
          <a:noFill/>
          <a:ln w="19050">
            <a:noFill/>
          </a:ln>
        </p:spPr>
        <p:txBody>
          <a:bodyPr vert="horz" wrap="square" lIns="60960" tIns="30480" rIns="60960" bIns="30480" anchor="t">
            <a:spAutoFit/>
          </a:bodyPr>
          <a:lstStyle/>
          <a:p>
            <a:pPr algn="ctr" defTabSz="608965" latinLnBrk="0">
              <a:defRPr/>
            </a:pPr>
            <a:r>
              <a:rPr lang="ko-KR" altLang="en-US" sz="5400" b="1">
                <a:solidFill>
                  <a:schemeClr val="bg1">
                    <a:lumMod val="50000"/>
                    <a:lumOff val="0"/>
                  </a:schemeClr>
                </a:solidFill>
                <a:latin typeface="맑은 고딕"/>
                <a:ea typeface="맑은 고딕"/>
              </a:rPr>
              <a:t>세계 청년대회 공식 기도문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46ACC07E-04B1-BFE7-5C89-C653D0B99393}"/>
              </a:ext>
            </a:extLst>
          </p:cNvPr>
          <p:cNvSpPr txBox="1">
            <a:spLocks/>
          </p:cNvSpPr>
          <p:nvPr/>
        </p:nvSpPr>
        <p:spPr>
          <a:xfrm>
            <a:off x="166277" y="1177445"/>
            <a:ext cx="11797015" cy="5497194"/>
          </a:xfrm>
          <a:prstGeom prst="rect">
            <a:avLst/>
          </a:prstGeom>
        </p:spPr>
        <p:txBody>
          <a:bodyPr vert="horz" wrap="square" lIns="60960" tIns="30480" rIns="60960" bIns="30480" rtlCol="0" anchor="ctr">
            <a:noAutofit/>
          </a:bodyPr>
          <a:lstStyle>
            <a:lvl1pPr algn="ctr" defTabSz="608990" rtl="0" eaLnBrk="1" latinLnBrk="0" hangingPunct="1">
              <a:spcBef>
                <a:spcPct val="0"/>
              </a:spcBef>
              <a:buNone/>
              <a:defRPr sz="29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altLang="ko-KR" sz="3600" b="1" dirty="0">
              <a:latin typeface="Malgun Gothic"/>
              <a:ea typeface="Malgun Gothic"/>
              <a:cs typeface="Calibri"/>
            </a:endParaRPr>
          </a:p>
          <a:p>
            <a:r>
              <a:rPr lang="en-US" altLang="ko-KR" sz="2800" b="1" dirty="0">
                <a:latin typeface="Malgun Gothic"/>
                <a:ea typeface="Malgun Gothic"/>
                <a:cs typeface="Calibri"/>
              </a:rPr>
              <a:t> </a:t>
            </a:r>
          </a:p>
          <a:p>
            <a:endParaRPr lang="ko-KR" altLang="en-US" sz="2800" b="1" dirty="0">
              <a:latin typeface="Malgun Gothic"/>
              <a:ea typeface="Malgun Gothic"/>
              <a:cs typeface="Calibri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ECE0205-811B-552C-9EE6-0D361B088015}"/>
              </a:ext>
            </a:extLst>
          </p:cNvPr>
          <p:cNvSpPr txBox="1"/>
          <p:nvPr/>
        </p:nvSpPr>
        <p:spPr>
          <a:xfrm>
            <a:off x="166277" y="1296890"/>
            <a:ext cx="7791202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0" algn="l">
              <a:buNone/>
            </a:pPr>
            <a:r>
              <a:rPr lang="ko-KR" altLang="ko-KR" sz="2400" b="1" i="0" dirty="0">
                <a:solidFill>
                  <a:schemeClr val="tx1"/>
                </a:solidFill>
                <a:effectLst/>
                <a:latin typeface="+mn-lt"/>
                <a:ea typeface="굴림" panose="020B0600000101010101" pitchFamily="34" charset="-127"/>
              </a:rPr>
              <a:t>●  지금도 어둠의 세력이</a:t>
            </a:r>
            <a:endParaRPr lang="ko-KR" altLang="ko-KR" sz="2400" b="0" i="0" dirty="0">
              <a:solidFill>
                <a:schemeClr val="tx1"/>
              </a:solidFill>
              <a:effectLst/>
              <a:latin typeface="+mn-lt"/>
              <a:ea typeface="Apple SD Gothic Neo" panose="02000300000000000000" pitchFamily="2" charset="-127"/>
            </a:endParaRPr>
          </a:p>
          <a:p>
            <a:pPr indent="0" algn="l">
              <a:buNone/>
            </a:pPr>
            <a:r>
              <a:rPr lang="ko-KR" altLang="ko-KR" sz="2400" b="1" i="0" dirty="0">
                <a:solidFill>
                  <a:schemeClr val="tx1"/>
                </a:solidFill>
                <a:effectLst/>
                <a:latin typeface="+mn-lt"/>
                <a:ea typeface="굴림" panose="020B0600000101010101" pitchFamily="34" charset="-127"/>
              </a:rPr>
              <a:t>       교회를 박해하고 </a:t>
            </a:r>
            <a:r>
              <a:rPr lang="ko-KR" altLang="ko-KR" sz="2400" b="1" i="0" dirty="0" err="1">
                <a:solidFill>
                  <a:schemeClr val="tx1"/>
                </a:solidFill>
                <a:effectLst/>
                <a:latin typeface="+mn-lt"/>
                <a:ea typeface="굴림" panose="020B0600000101010101" pitchFamily="34" charset="-127"/>
              </a:rPr>
              <a:t>있사오니</a:t>
            </a:r>
            <a:endParaRPr lang="ko-KR" altLang="ko-KR" sz="2400" b="0" i="0" dirty="0">
              <a:solidFill>
                <a:schemeClr val="tx1"/>
              </a:solidFill>
              <a:effectLst/>
              <a:latin typeface="+mn-lt"/>
              <a:ea typeface="Apple SD Gothic Neo" panose="02000300000000000000" pitchFamily="2" charset="-127"/>
            </a:endParaRPr>
          </a:p>
          <a:p>
            <a:pPr indent="0" algn="l">
              <a:buNone/>
            </a:pPr>
            <a:r>
              <a:rPr lang="ko-KR" altLang="ko-KR" sz="2400" b="1" i="0" dirty="0">
                <a:solidFill>
                  <a:schemeClr val="tx1"/>
                </a:solidFill>
                <a:effectLst/>
                <a:latin typeface="+mn-lt"/>
                <a:ea typeface="굴림" panose="020B0600000101010101" pitchFamily="34" charset="-127"/>
              </a:rPr>
              <a:t>       하느님께서 전능하신 팔로 교회를</a:t>
            </a:r>
            <a:br>
              <a:rPr lang="ko-KR" altLang="ko-KR" sz="2400" b="1" i="0" dirty="0">
                <a:solidFill>
                  <a:schemeClr val="tx1"/>
                </a:solidFill>
                <a:effectLst/>
                <a:latin typeface="+mn-lt"/>
                <a:ea typeface="굴림" panose="020B0600000101010101" pitchFamily="34" charset="-127"/>
              </a:rPr>
            </a:br>
            <a:r>
              <a:rPr lang="ko-KR" altLang="ko-KR" sz="2400" b="1" i="0" dirty="0">
                <a:solidFill>
                  <a:schemeClr val="tx1"/>
                </a:solidFill>
                <a:effectLst/>
                <a:latin typeface="+mn-lt"/>
                <a:ea typeface="굴림" panose="020B0600000101010101" pitchFamily="34" charset="-127"/>
              </a:rPr>
              <a:t>       붙들어 보호하시며</a:t>
            </a:r>
            <a:endParaRPr lang="ko-KR" altLang="ko-KR" sz="2400" b="0" i="0" dirty="0">
              <a:solidFill>
                <a:schemeClr val="tx1"/>
              </a:solidFill>
              <a:effectLst/>
              <a:latin typeface="+mn-lt"/>
              <a:ea typeface="Apple SD Gothic Neo" panose="02000300000000000000" pitchFamily="2" charset="-127"/>
            </a:endParaRPr>
          </a:p>
          <a:p>
            <a:pPr indent="0" algn="l">
              <a:buNone/>
            </a:pPr>
            <a:r>
              <a:rPr lang="ko-KR" altLang="ko-KR" sz="2400" b="1" i="0" dirty="0">
                <a:solidFill>
                  <a:schemeClr val="tx1"/>
                </a:solidFill>
                <a:effectLst/>
                <a:latin typeface="+mn-lt"/>
                <a:ea typeface="굴림" panose="020B0600000101010101" pitchFamily="34" charset="-127"/>
              </a:rPr>
              <a:t>       아직 어둠 속에 있는 지역에까지</a:t>
            </a:r>
            <a:endParaRPr lang="ko-KR" altLang="ko-KR" sz="2400" b="0" i="0" dirty="0">
              <a:solidFill>
                <a:schemeClr val="tx1"/>
              </a:solidFill>
              <a:effectLst/>
              <a:latin typeface="+mn-lt"/>
              <a:ea typeface="Apple SD Gothic Neo" panose="02000300000000000000" pitchFamily="2" charset="-127"/>
            </a:endParaRPr>
          </a:p>
          <a:p>
            <a:pPr indent="0" algn="l">
              <a:buNone/>
            </a:pPr>
            <a:r>
              <a:rPr lang="ko-KR" altLang="ko-KR" sz="2400" b="1" i="0" dirty="0">
                <a:solidFill>
                  <a:schemeClr val="tx1"/>
                </a:solidFill>
                <a:effectLst/>
                <a:latin typeface="+mn-lt"/>
                <a:ea typeface="굴림" panose="020B0600000101010101" pitchFamily="34" charset="-127"/>
              </a:rPr>
              <a:t>       널리 펴시도록 </a:t>
            </a:r>
            <a:r>
              <a:rPr lang="ko-KR" altLang="ko-KR" sz="2400" b="1" i="0" dirty="0" err="1">
                <a:solidFill>
                  <a:schemeClr val="tx1"/>
                </a:solidFill>
                <a:effectLst/>
                <a:latin typeface="+mn-lt"/>
                <a:ea typeface="굴림" panose="020B0600000101010101" pitchFamily="34" charset="-127"/>
              </a:rPr>
              <a:t>빌어주소서</a:t>
            </a:r>
            <a:r>
              <a:rPr lang="ko-KR" altLang="ko-KR" sz="2400" b="1" i="0" dirty="0">
                <a:solidFill>
                  <a:schemeClr val="tx1"/>
                </a:solidFill>
                <a:effectLst/>
                <a:latin typeface="+mn-lt"/>
                <a:ea typeface="굴림" panose="020B0600000101010101" pitchFamily="34" charset="-127"/>
              </a:rPr>
              <a:t>.</a:t>
            </a:r>
            <a:endParaRPr lang="ko-KR" altLang="ko-KR" sz="2400" b="0" i="0" dirty="0">
              <a:solidFill>
                <a:schemeClr val="tx1"/>
              </a:solidFill>
              <a:effectLst/>
              <a:latin typeface="+mn-lt"/>
              <a:ea typeface="Apple SD Gothic Neo" panose="02000300000000000000" pitchFamily="2" charset="-127"/>
            </a:endParaRPr>
          </a:p>
          <a:p>
            <a:pPr indent="0" algn="l">
              <a:buNone/>
            </a:pPr>
            <a:r>
              <a:rPr lang="ko-KR" altLang="ko-KR" sz="2400" b="1" i="0" dirty="0">
                <a:solidFill>
                  <a:schemeClr val="tx1"/>
                </a:solidFill>
                <a:effectLst/>
                <a:latin typeface="+mn-lt"/>
                <a:ea typeface="굴림" panose="020B0600000101010101" pitchFamily="34" charset="-127"/>
              </a:rPr>
              <a:t>○  용감하신 </a:t>
            </a:r>
            <a:r>
              <a:rPr lang="ko-KR" altLang="ko-KR" sz="2400" b="1" i="0" dirty="0" err="1">
                <a:solidFill>
                  <a:schemeClr val="tx1"/>
                </a:solidFill>
                <a:effectLst/>
                <a:latin typeface="+mn-lt"/>
                <a:ea typeface="굴림" panose="020B0600000101010101" pitchFamily="34" charset="-127"/>
              </a:rPr>
              <a:t>순교자들이여</a:t>
            </a:r>
            <a:r>
              <a:rPr lang="ko-KR" altLang="ko-KR" sz="2400" b="1" i="0" dirty="0">
                <a:solidFill>
                  <a:schemeClr val="tx1"/>
                </a:solidFill>
                <a:effectLst/>
                <a:latin typeface="+mn-lt"/>
                <a:ea typeface="굴림" panose="020B0600000101010101" pitchFamily="34" charset="-127"/>
              </a:rPr>
              <a:t>, 특별히 </a:t>
            </a:r>
            <a:r>
              <a:rPr lang="ko-KR" altLang="ko-KR" sz="2400" b="1" i="0" dirty="0" err="1">
                <a:solidFill>
                  <a:schemeClr val="tx1"/>
                </a:solidFill>
                <a:effectLst/>
                <a:latin typeface="+mn-lt"/>
                <a:ea typeface="굴림" panose="020B0600000101010101" pitchFamily="34" charset="-127"/>
              </a:rPr>
              <a:t>청하오니</a:t>
            </a:r>
            <a:endParaRPr lang="ko-KR" altLang="ko-KR" sz="2400" b="0" i="0" dirty="0">
              <a:solidFill>
                <a:schemeClr val="tx1"/>
              </a:solidFill>
              <a:effectLst/>
              <a:latin typeface="+mn-lt"/>
              <a:ea typeface="Apple SD Gothic Neo" panose="02000300000000000000" pitchFamily="2" charset="-127"/>
            </a:endParaRPr>
          </a:p>
          <a:p>
            <a:pPr indent="0" algn="l">
              <a:buNone/>
            </a:pPr>
            <a:r>
              <a:rPr lang="ko-KR" altLang="ko-KR" sz="2400" b="1" i="0" dirty="0">
                <a:solidFill>
                  <a:schemeClr val="tx1"/>
                </a:solidFill>
                <a:effectLst/>
                <a:latin typeface="+mn-lt"/>
                <a:ea typeface="굴림" panose="020B0600000101010101" pitchFamily="34" charset="-127"/>
              </a:rPr>
              <a:t>       우리 나라를 위하여 하느님께 </a:t>
            </a:r>
            <a:r>
              <a:rPr lang="ko-KR" altLang="ko-KR" sz="2400" b="1" i="0" dirty="0" err="1">
                <a:solidFill>
                  <a:schemeClr val="tx1"/>
                </a:solidFill>
                <a:effectLst/>
                <a:latin typeface="+mn-lt"/>
                <a:ea typeface="굴림" panose="020B0600000101010101" pitchFamily="34" charset="-127"/>
              </a:rPr>
              <a:t>빌어주소서</a:t>
            </a:r>
            <a:r>
              <a:rPr lang="ko-KR" altLang="ko-KR" sz="2400" b="1" i="0" dirty="0">
                <a:solidFill>
                  <a:schemeClr val="tx1"/>
                </a:solidFill>
                <a:effectLst/>
                <a:latin typeface="+mn-lt"/>
                <a:ea typeface="굴림" panose="020B0600000101010101" pitchFamily="34" charset="-127"/>
              </a:rPr>
              <a:t>.</a:t>
            </a:r>
            <a:endParaRPr lang="ko-KR" altLang="ko-KR" sz="2400" b="0" i="0" dirty="0">
              <a:solidFill>
                <a:schemeClr val="tx1"/>
              </a:solidFill>
              <a:effectLst/>
              <a:latin typeface="+mn-lt"/>
              <a:ea typeface="Apple SD Gothic Neo" panose="02000300000000000000" pitchFamily="2" charset="-127"/>
            </a:endParaRPr>
          </a:p>
          <a:p>
            <a:pPr indent="0" algn="l">
              <a:buNone/>
            </a:pPr>
            <a:r>
              <a:rPr lang="ko-KR" altLang="ko-KR" sz="2400" b="1" i="0" dirty="0">
                <a:solidFill>
                  <a:schemeClr val="tx1"/>
                </a:solidFill>
                <a:effectLst/>
                <a:latin typeface="+mn-lt"/>
                <a:ea typeface="굴림" panose="020B0600000101010101" pitchFamily="34" charset="-127"/>
              </a:rPr>
              <a:t>●  당신들은 </a:t>
            </a:r>
            <a:r>
              <a:rPr lang="ko-KR" altLang="ko-KR" sz="2400" b="1" i="0" dirty="0" err="1">
                <a:solidFill>
                  <a:schemeClr val="tx1"/>
                </a:solidFill>
                <a:effectLst/>
                <a:latin typeface="+mn-lt"/>
                <a:ea typeface="굴림" panose="020B0600000101010101" pitchFamily="34" charset="-127"/>
              </a:rPr>
              <a:t>이땅에서</a:t>
            </a:r>
            <a:endParaRPr lang="ko-KR" altLang="ko-KR" sz="2400" b="0" i="0" dirty="0">
              <a:solidFill>
                <a:schemeClr val="tx1"/>
              </a:solidFill>
              <a:effectLst/>
              <a:latin typeface="+mn-lt"/>
              <a:ea typeface="Apple SD Gothic Neo" panose="02000300000000000000" pitchFamily="2" charset="-127"/>
            </a:endParaRPr>
          </a:p>
          <a:p>
            <a:pPr indent="0" algn="l">
              <a:buNone/>
            </a:pPr>
            <a:r>
              <a:rPr lang="ko-KR" altLang="ko-KR" sz="2400" b="1" i="0" dirty="0">
                <a:solidFill>
                  <a:schemeClr val="tx1"/>
                </a:solidFill>
                <a:effectLst/>
                <a:latin typeface="+mn-lt"/>
                <a:ea typeface="굴림" panose="020B0600000101010101" pitchFamily="34" charset="-127"/>
              </a:rPr>
              <a:t>       많은 고난을 겪으며 사시다가</a:t>
            </a:r>
            <a:endParaRPr lang="ko-KR" altLang="ko-KR" sz="2400" b="0" i="0" dirty="0">
              <a:solidFill>
                <a:schemeClr val="tx1"/>
              </a:solidFill>
              <a:effectLst/>
              <a:latin typeface="+mn-lt"/>
              <a:ea typeface="Apple SD Gothic Neo" panose="02000300000000000000" pitchFamily="2" charset="-127"/>
            </a:endParaRPr>
          </a:p>
          <a:p>
            <a:pPr indent="0" algn="l">
              <a:buNone/>
            </a:pPr>
            <a:r>
              <a:rPr lang="ko-KR" altLang="ko-KR" sz="2400" b="1" i="0" dirty="0">
                <a:solidFill>
                  <a:schemeClr val="tx1"/>
                </a:solidFill>
                <a:effectLst/>
                <a:latin typeface="+mn-lt"/>
                <a:ea typeface="굴림" panose="020B0600000101010101" pitchFamily="34" charset="-127"/>
              </a:rPr>
              <a:t>       목숨까지 </a:t>
            </a:r>
            <a:r>
              <a:rPr lang="ko-KR" altLang="ko-KR" sz="2400" b="1" i="0" dirty="0" err="1">
                <a:solidFill>
                  <a:schemeClr val="tx1"/>
                </a:solidFill>
                <a:effectLst/>
                <a:latin typeface="+mn-lt"/>
                <a:ea typeface="굴림" panose="020B0600000101010101" pitchFamily="34" charset="-127"/>
              </a:rPr>
              <a:t>바치셨사오니</a:t>
            </a:r>
            <a:endParaRPr lang="ko-KR" altLang="ko-KR" sz="2400" b="0" i="0" dirty="0">
              <a:solidFill>
                <a:schemeClr val="tx1"/>
              </a:solidFill>
              <a:effectLst/>
              <a:latin typeface="+mn-lt"/>
              <a:ea typeface="Apple SD Gothic Neo" panose="02000300000000000000" pitchFamily="2" charset="-127"/>
            </a:endParaRPr>
          </a:p>
          <a:p>
            <a:pPr indent="0" algn="l">
              <a:buNone/>
            </a:pPr>
            <a:r>
              <a:rPr lang="ko-KR" altLang="ko-KR" sz="2400" b="1" i="0" dirty="0">
                <a:solidFill>
                  <a:schemeClr val="tx1"/>
                </a:solidFill>
                <a:effectLst/>
                <a:latin typeface="+mn-lt"/>
                <a:ea typeface="굴림" panose="020B0600000101010101" pitchFamily="34" charset="-127"/>
              </a:rPr>
              <a:t>○  전능하신 하느님께 </a:t>
            </a:r>
            <a:r>
              <a:rPr lang="ko-KR" altLang="ko-KR" sz="2400" b="1" i="0" dirty="0" err="1">
                <a:solidFill>
                  <a:schemeClr val="tx1"/>
                </a:solidFill>
                <a:effectLst/>
                <a:latin typeface="+mn-lt"/>
                <a:ea typeface="굴림" panose="020B0600000101010101" pitchFamily="34" charset="-127"/>
              </a:rPr>
              <a:t>빌어주시어</a:t>
            </a:r>
            <a:endParaRPr lang="ko-KR" altLang="ko-KR" sz="2400" b="0" i="0" dirty="0">
              <a:solidFill>
                <a:schemeClr val="tx1"/>
              </a:solidFill>
              <a:effectLst/>
              <a:latin typeface="+mn-lt"/>
              <a:ea typeface="Apple SD Gothic Neo" panose="02000300000000000000" pitchFamily="2" charset="-127"/>
            </a:endParaRPr>
          </a:p>
          <a:p>
            <a:pPr indent="0" algn="l">
              <a:buNone/>
            </a:pPr>
            <a:r>
              <a:rPr lang="ko-KR" altLang="ko-KR" sz="2400" b="1" i="0" dirty="0">
                <a:solidFill>
                  <a:schemeClr val="tx1"/>
                </a:solidFill>
                <a:effectLst/>
                <a:latin typeface="+mn-lt"/>
                <a:ea typeface="굴림" panose="020B0600000101010101" pitchFamily="34" charset="-127"/>
              </a:rPr>
              <a:t>       교회를 </a:t>
            </a:r>
            <a:r>
              <a:rPr lang="ko-KR" altLang="ko-KR" sz="2400" b="1" i="0" dirty="0" err="1">
                <a:solidFill>
                  <a:schemeClr val="tx1"/>
                </a:solidFill>
                <a:effectLst/>
                <a:latin typeface="+mn-lt"/>
                <a:ea typeface="굴림" panose="020B0600000101010101" pitchFamily="34" charset="-127"/>
              </a:rPr>
              <a:t>이땅에</a:t>
            </a:r>
            <a:r>
              <a:rPr lang="ko-KR" altLang="ko-KR" sz="2400" b="1" i="0" dirty="0">
                <a:solidFill>
                  <a:schemeClr val="tx1"/>
                </a:solidFill>
                <a:effectLst/>
                <a:latin typeface="+mn-lt"/>
                <a:ea typeface="굴림" panose="020B0600000101010101" pitchFamily="34" charset="-127"/>
              </a:rPr>
              <a:t> 날로 자라게 하시며</a:t>
            </a:r>
            <a:endParaRPr lang="ko-KR" altLang="ko-KR" sz="2400" b="0" i="0" dirty="0">
              <a:solidFill>
                <a:schemeClr val="tx1"/>
              </a:solidFill>
              <a:effectLst/>
              <a:latin typeface="+mn-lt"/>
              <a:ea typeface="Apple SD Gothic Neo" panose="02000300000000000000" pitchFamily="2" charset="-127"/>
            </a:endParaRPr>
          </a:p>
          <a:p>
            <a:pPr indent="0" algn="l">
              <a:buNone/>
            </a:pPr>
            <a:r>
              <a:rPr lang="ko-KR" altLang="ko-KR" sz="2400" b="1" i="0" dirty="0">
                <a:solidFill>
                  <a:schemeClr val="tx1"/>
                </a:solidFill>
                <a:effectLst/>
                <a:latin typeface="+mn-lt"/>
                <a:ea typeface="굴림" panose="020B0600000101010101" pitchFamily="34" charset="-127"/>
              </a:rPr>
              <a:t>       사제를 많이 나게 하시고</a:t>
            </a:r>
            <a:endParaRPr lang="ko-KR" altLang="ko-KR" sz="2400" b="0" i="0" dirty="0">
              <a:solidFill>
                <a:schemeClr val="tx1"/>
              </a:solidFill>
              <a:effectLst/>
              <a:latin typeface="+mn-lt"/>
              <a:ea typeface="Apple SD Gothic Neo" panose="020003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1795929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D3331C-68E2-DED6-FF82-13456FCE16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그림 6" descr="/Users/SUNDAYSCHOOL/Library/Group Containers/L48J367XN4.com.infraware.PolarisOfficeSA/EngineTemp/5598/fImage42362064871912.png">
            <a:extLst>
              <a:ext uri="{FF2B5EF4-FFF2-40B4-BE49-F238E27FC236}">
                <a16:creationId xmlns:a16="http://schemas.microsoft.com/office/drawing/2014/main" id="{701DF98E-1BFD-9A0D-8C90-079FE737B82C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0095" cy="6859270"/>
          </a:xfrm>
          <a:prstGeom prst="rect">
            <a:avLst/>
          </a:prstGeom>
          <a:noFill/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9E661F6E-C66B-FD00-00D9-05F903E8254D}"/>
              </a:ext>
            </a:extLst>
          </p:cNvPr>
          <p:cNvSpPr txBox="1"/>
          <p:nvPr/>
        </p:nvSpPr>
        <p:spPr>
          <a:xfrm>
            <a:off x="744625" y="289568"/>
            <a:ext cx="10633660" cy="892552"/>
          </a:xfrm>
          <a:prstGeom prst="rect">
            <a:avLst/>
          </a:prstGeom>
          <a:noFill/>
          <a:ln w="19050">
            <a:noFill/>
          </a:ln>
        </p:spPr>
        <p:txBody>
          <a:bodyPr vert="horz" wrap="square" lIns="60960" tIns="30480" rIns="60960" bIns="30480" anchor="t">
            <a:spAutoFit/>
          </a:bodyPr>
          <a:lstStyle/>
          <a:p>
            <a:pPr algn="ctr" defTabSz="608965" latinLnBrk="0">
              <a:defRPr/>
            </a:pPr>
            <a:r>
              <a:rPr lang="ko-KR" altLang="en-US" sz="5400" b="1">
                <a:solidFill>
                  <a:schemeClr val="bg1">
                    <a:lumMod val="50000"/>
                    <a:lumOff val="0"/>
                  </a:schemeClr>
                </a:solidFill>
                <a:latin typeface="맑은 고딕"/>
                <a:ea typeface="맑은 고딕"/>
              </a:rPr>
              <a:t>세계 청년대회 공식 기도문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A7116550-5399-4BD3-4A1A-670D04D84F05}"/>
              </a:ext>
            </a:extLst>
          </p:cNvPr>
          <p:cNvSpPr txBox="1">
            <a:spLocks/>
          </p:cNvSpPr>
          <p:nvPr/>
        </p:nvSpPr>
        <p:spPr>
          <a:xfrm>
            <a:off x="166277" y="1177445"/>
            <a:ext cx="11797015" cy="5497194"/>
          </a:xfrm>
          <a:prstGeom prst="rect">
            <a:avLst/>
          </a:prstGeom>
        </p:spPr>
        <p:txBody>
          <a:bodyPr vert="horz" wrap="square" lIns="60960" tIns="30480" rIns="60960" bIns="30480" rtlCol="0" anchor="ctr">
            <a:noAutofit/>
          </a:bodyPr>
          <a:lstStyle>
            <a:lvl1pPr algn="ctr" defTabSz="608990" rtl="0" eaLnBrk="1" latinLnBrk="0" hangingPunct="1">
              <a:spcBef>
                <a:spcPct val="0"/>
              </a:spcBef>
              <a:buNone/>
              <a:defRPr sz="29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altLang="ko-KR" sz="3600" b="1" dirty="0">
              <a:latin typeface="Malgun Gothic"/>
              <a:ea typeface="Malgun Gothic"/>
              <a:cs typeface="Calibri"/>
            </a:endParaRPr>
          </a:p>
          <a:p>
            <a:r>
              <a:rPr lang="en-US" altLang="ko-KR" sz="2800" b="1" dirty="0">
                <a:latin typeface="Malgun Gothic"/>
                <a:ea typeface="Malgun Gothic"/>
                <a:cs typeface="Calibri"/>
              </a:rPr>
              <a:t> </a:t>
            </a:r>
          </a:p>
          <a:p>
            <a:endParaRPr lang="ko-KR" altLang="en-US" sz="2800" b="1" dirty="0">
              <a:latin typeface="Malgun Gothic"/>
              <a:ea typeface="Malgun Gothic"/>
              <a:cs typeface="Calibri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2E96B85-E701-09C8-C486-9DB71A8F5036}"/>
              </a:ext>
            </a:extLst>
          </p:cNvPr>
          <p:cNvSpPr txBox="1"/>
          <p:nvPr/>
        </p:nvSpPr>
        <p:spPr>
          <a:xfrm>
            <a:off x="166277" y="2242231"/>
            <a:ext cx="6183350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0" algn="l">
              <a:buNone/>
            </a:pPr>
            <a:r>
              <a:rPr lang="ko-KR" altLang="ko-KR" sz="2000" b="1" i="0" dirty="0">
                <a:solidFill>
                  <a:schemeClr val="tx1"/>
                </a:solidFill>
                <a:effectLst/>
                <a:latin typeface="+mn-lt"/>
                <a:ea typeface="굴림" panose="020B0600000101010101" pitchFamily="34" charset="-127"/>
              </a:rPr>
              <a:t>●  신자들이 주님의 계명을 잘 지키고</a:t>
            </a:r>
            <a:endParaRPr lang="ko-KR" altLang="ko-KR" sz="2000" b="0" i="0" dirty="0">
              <a:solidFill>
                <a:schemeClr val="tx1"/>
              </a:solidFill>
              <a:effectLst/>
              <a:latin typeface="+mn-lt"/>
              <a:ea typeface="Apple SD Gothic Neo" panose="02000300000000000000" pitchFamily="2" charset="-127"/>
            </a:endParaRPr>
          </a:p>
          <a:p>
            <a:pPr indent="0" algn="l">
              <a:buNone/>
            </a:pPr>
            <a:r>
              <a:rPr lang="ko-KR" altLang="ko-KR" sz="2000" b="1" i="0" dirty="0">
                <a:solidFill>
                  <a:schemeClr val="tx1"/>
                </a:solidFill>
                <a:effectLst/>
                <a:latin typeface="+mn-lt"/>
                <a:ea typeface="굴림" panose="020B0600000101010101" pitchFamily="34" charset="-127"/>
              </a:rPr>
              <a:t>       냉담자들은 다시 열심해지며</a:t>
            </a:r>
            <a:endParaRPr lang="ko-KR" altLang="ko-KR" sz="2000" b="0" i="0" dirty="0">
              <a:solidFill>
                <a:schemeClr val="tx1"/>
              </a:solidFill>
              <a:effectLst/>
              <a:latin typeface="+mn-lt"/>
              <a:ea typeface="Apple SD Gothic Neo" panose="02000300000000000000" pitchFamily="2" charset="-127"/>
            </a:endParaRPr>
          </a:p>
          <a:p>
            <a:pPr indent="0" algn="l">
              <a:buNone/>
            </a:pPr>
            <a:r>
              <a:rPr lang="ko-KR" altLang="ko-KR" sz="2000" b="1" i="0" dirty="0">
                <a:solidFill>
                  <a:schemeClr val="tx1"/>
                </a:solidFill>
                <a:effectLst/>
                <a:latin typeface="+mn-lt"/>
                <a:ea typeface="굴림" panose="020B0600000101010101" pitchFamily="34" charset="-127"/>
              </a:rPr>
              <a:t>       갈린 형제들은 같은 믿음으로 하나 되고</a:t>
            </a:r>
            <a:endParaRPr lang="ko-KR" altLang="ko-KR" sz="2000" b="0" i="0" dirty="0">
              <a:solidFill>
                <a:schemeClr val="tx1"/>
              </a:solidFill>
              <a:effectLst/>
              <a:latin typeface="+mn-lt"/>
              <a:ea typeface="Apple SD Gothic Neo" panose="02000300000000000000" pitchFamily="2" charset="-127"/>
            </a:endParaRPr>
          </a:p>
          <a:p>
            <a:pPr indent="0" algn="l">
              <a:buNone/>
            </a:pPr>
            <a:r>
              <a:rPr lang="ko-KR" altLang="ko-KR" sz="2000" b="1" i="0" dirty="0">
                <a:solidFill>
                  <a:schemeClr val="tx1"/>
                </a:solidFill>
                <a:effectLst/>
                <a:latin typeface="+mn-lt"/>
                <a:ea typeface="굴림" panose="020B0600000101010101" pitchFamily="34" charset="-127"/>
              </a:rPr>
              <a:t>       비신자들은 참신앙으로 하느님을 알아</a:t>
            </a:r>
            <a:endParaRPr lang="ko-KR" altLang="ko-KR" sz="2000" b="0" i="0" dirty="0">
              <a:solidFill>
                <a:schemeClr val="tx1"/>
              </a:solidFill>
              <a:effectLst/>
              <a:latin typeface="+mn-lt"/>
              <a:ea typeface="Apple SD Gothic Neo" panose="02000300000000000000" pitchFamily="2" charset="-127"/>
            </a:endParaRPr>
          </a:p>
          <a:p>
            <a:pPr indent="0" algn="l">
              <a:buNone/>
            </a:pPr>
            <a:r>
              <a:rPr lang="ko-KR" altLang="ko-KR" sz="2000" b="1" i="0" dirty="0">
                <a:solidFill>
                  <a:schemeClr val="tx1"/>
                </a:solidFill>
                <a:effectLst/>
                <a:latin typeface="+mn-lt"/>
                <a:ea typeface="굴림" panose="020B0600000101010101" pitchFamily="34" charset="-127"/>
              </a:rPr>
              <a:t>       천지의 창조주</a:t>
            </a:r>
            <a:endParaRPr lang="ko-KR" altLang="ko-KR" sz="2000" b="0" i="0" dirty="0">
              <a:solidFill>
                <a:schemeClr val="tx1"/>
              </a:solidFill>
              <a:effectLst/>
              <a:latin typeface="+mn-lt"/>
              <a:ea typeface="Apple SD Gothic Neo" panose="02000300000000000000" pitchFamily="2" charset="-127"/>
            </a:endParaRPr>
          </a:p>
          <a:p>
            <a:pPr indent="0" algn="l">
              <a:buNone/>
            </a:pPr>
            <a:r>
              <a:rPr lang="ko-KR" altLang="ko-KR" sz="2000" b="1" i="0" dirty="0">
                <a:solidFill>
                  <a:schemeClr val="tx1"/>
                </a:solidFill>
                <a:effectLst/>
                <a:latin typeface="+mn-lt"/>
                <a:ea typeface="굴림" panose="020B0600000101010101" pitchFamily="34" charset="-127"/>
              </a:rPr>
              <a:t>       인류의 구세주를 찾아오게 하소서.</a:t>
            </a:r>
            <a:endParaRPr lang="ko-KR" altLang="ko-KR" sz="2000" b="0" i="0" dirty="0">
              <a:solidFill>
                <a:schemeClr val="tx1"/>
              </a:solidFill>
              <a:effectLst/>
              <a:latin typeface="+mn-lt"/>
              <a:ea typeface="Apple SD Gothic Neo" panose="02000300000000000000" pitchFamily="2" charset="-127"/>
            </a:endParaRPr>
          </a:p>
          <a:p>
            <a:pPr indent="0" algn="l">
              <a:buNone/>
            </a:pPr>
            <a:r>
              <a:rPr lang="ko-KR" altLang="ko-KR" sz="2000" b="1" i="0" dirty="0">
                <a:solidFill>
                  <a:schemeClr val="tx1"/>
                </a:solidFill>
                <a:effectLst/>
                <a:latin typeface="+mn-lt"/>
                <a:ea typeface="굴림" panose="020B0600000101010101" pitchFamily="34" charset="-127"/>
              </a:rPr>
              <a:t>○  참으로 영광스러운 </a:t>
            </a:r>
            <a:r>
              <a:rPr lang="ko-KR" altLang="ko-KR" sz="2000" b="1" i="0" dirty="0" err="1">
                <a:solidFill>
                  <a:schemeClr val="tx1"/>
                </a:solidFill>
                <a:effectLst/>
                <a:latin typeface="+mn-lt"/>
                <a:ea typeface="굴림" panose="020B0600000101010101" pitchFamily="34" charset="-127"/>
              </a:rPr>
              <a:t>순교자들이여</a:t>
            </a:r>
            <a:r>
              <a:rPr lang="ko-KR" altLang="ko-KR" sz="2000" b="1" i="0" dirty="0">
                <a:solidFill>
                  <a:schemeClr val="tx1"/>
                </a:solidFill>
                <a:effectLst/>
                <a:latin typeface="+mn-lt"/>
                <a:ea typeface="굴림" panose="020B0600000101010101" pitchFamily="34" charset="-127"/>
              </a:rPr>
              <a:t>,</a:t>
            </a:r>
            <a:endParaRPr lang="ko-KR" altLang="ko-KR" sz="2000" b="0" i="0" dirty="0">
              <a:solidFill>
                <a:schemeClr val="tx1"/>
              </a:solidFill>
              <a:effectLst/>
              <a:latin typeface="+mn-lt"/>
              <a:ea typeface="Apple SD Gothic Neo" panose="02000300000000000000" pitchFamily="2" charset="-127"/>
            </a:endParaRPr>
          </a:p>
          <a:p>
            <a:pPr indent="0" algn="l">
              <a:buNone/>
            </a:pPr>
            <a:r>
              <a:rPr lang="ko-KR" altLang="ko-KR" sz="2000" b="1" i="0" dirty="0">
                <a:solidFill>
                  <a:schemeClr val="tx1"/>
                </a:solidFill>
                <a:effectLst/>
                <a:latin typeface="+mn-lt"/>
                <a:ea typeface="굴림" panose="020B0600000101010101" pitchFamily="34" charset="-127"/>
              </a:rPr>
              <a:t>       저희도 그 영광을 생각하며 </a:t>
            </a:r>
            <a:r>
              <a:rPr lang="ko-KR" altLang="ko-KR" sz="2000" b="1" i="0" dirty="0" err="1">
                <a:solidFill>
                  <a:schemeClr val="tx1"/>
                </a:solidFill>
                <a:effectLst/>
                <a:latin typeface="+mn-lt"/>
                <a:ea typeface="굴림" panose="020B0600000101010101" pitchFamily="34" charset="-127"/>
              </a:rPr>
              <a:t>기뻐하나이다</a:t>
            </a:r>
            <a:r>
              <a:rPr lang="ko-KR" altLang="ko-KR" sz="2000" b="1" i="0" dirty="0">
                <a:solidFill>
                  <a:schemeClr val="tx1"/>
                </a:solidFill>
                <a:effectLst/>
                <a:latin typeface="+mn-lt"/>
                <a:ea typeface="굴림" panose="020B0600000101010101" pitchFamily="34" charset="-127"/>
              </a:rPr>
              <a:t>.</a:t>
            </a:r>
            <a:endParaRPr lang="ko-KR" altLang="ko-KR" sz="2000" b="0" i="0" dirty="0">
              <a:solidFill>
                <a:schemeClr val="tx1"/>
              </a:solidFill>
              <a:effectLst/>
              <a:latin typeface="+mn-lt"/>
              <a:ea typeface="Apple SD Gothic Neo" panose="02000300000000000000" pitchFamily="2" charset="-127"/>
            </a:endParaRPr>
          </a:p>
          <a:p>
            <a:pPr indent="0" algn="l">
              <a:buNone/>
            </a:pPr>
            <a:r>
              <a:rPr lang="ko-KR" altLang="ko-KR" sz="2000" b="1" i="0" dirty="0">
                <a:solidFill>
                  <a:schemeClr val="tx1"/>
                </a:solidFill>
                <a:effectLst/>
                <a:latin typeface="+mn-lt"/>
                <a:ea typeface="굴림" panose="020B0600000101010101" pitchFamily="34" charset="-127"/>
              </a:rPr>
              <a:t>       간절히 </a:t>
            </a:r>
            <a:r>
              <a:rPr lang="ko-KR" altLang="ko-KR" sz="2000" b="1" i="0" dirty="0" err="1">
                <a:solidFill>
                  <a:schemeClr val="tx1"/>
                </a:solidFill>
                <a:effectLst/>
                <a:latin typeface="+mn-lt"/>
                <a:ea typeface="굴림" panose="020B0600000101010101" pitchFamily="34" charset="-127"/>
              </a:rPr>
              <a:t>청하오니</a:t>
            </a:r>
            <a:endParaRPr lang="ko-KR" altLang="ko-KR" sz="2000" b="0" i="0" dirty="0">
              <a:solidFill>
                <a:schemeClr val="tx1"/>
              </a:solidFill>
              <a:effectLst/>
              <a:latin typeface="+mn-lt"/>
              <a:ea typeface="Apple SD Gothic Neo" panose="02000300000000000000" pitchFamily="2" charset="-127"/>
            </a:endParaRPr>
          </a:p>
          <a:p>
            <a:pPr indent="0" algn="l">
              <a:buNone/>
            </a:pPr>
            <a:r>
              <a:rPr lang="ko-KR" altLang="ko-KR" sz="2000" b="1" i="0" dirty="0">
                <a:solidFill>
                  <a:schemeClr val="tx1"/>
                </a:solidFill>
                <a:effectLst/>
                <a:latin typeface="+mn-lt"/>
                <a:ea typeface="굴림" panose="020B0600000101010101" pitchFamily="34" charset="-127"/>
              </a:rPr>
              <a:t>       자비로우신 하느님 아버지께 </a:t>
            </a:r>
            <a:r>
              <a:rPr lang="ko-KR" altLang="ko-KR" sz="2000" b="1" i="0" dirty="0" err="1">
                <a:solidFill>
                  <a:schemeClr val="tx1"/>
                </a:solidFill>
                <a:effectLst/>
                <a:latin typeface="+mn-lt"/>
                <a:ea typeface="굴림" panose="020B0600000101010101" pitchFamily="34" charset="-127"/>
              </a:rPr>
              <a:t>빌어주시어</a:t>
            </a:r>
            <a:endParaRPr lang="ko-KR" altLang="ko-KR" sz="2000" b="0" i="0" dirty="0">
              <a:solidFill>
                <a:schemeClr val="tx1"/>
              </a:solidFill>
              <a:effectLst/>
              <a:latin typeface="+mn-lt"/>
              <a:ea typeface="Apple SD Gothic Neo" panose="02000300000000000000" pitchFamily="2" charset="-127"/>
            </a:endParaRPr>
          </a:p>
          <a:p>
            <a:pPr indent="0" algn="l">
              <a:buNone/>
            </a:pPr>
            <a:r>
              <a:rPr lang="ko-KR" altLang="ko-KR" sz="2000" b="1" i="0" dirty="0">
                <a:solidFill>
                  <a:schemeClr val="tx1"/>
                </a:solidFill>
                <a:effectLst/>
                <a:latin typeface="+mn-lt"/>
                <a:ea typeface="굴림" panose="020B0600000101010101" pitchFamily="34" charset="-127"/>
              </a:rPr>
              <a:t>       저희와 친척과 </a:t>
            </a:r>
            <a:r>
              <a:rPr lang="ko-KR" altLang="ko-KR" sz="2000" b="1" i="0" dirty="0" err="1">
                <a:solidFill>
                  <a:schemeClr val="tx1"/>
                </a:solidFill>
                <a:effectLst/>
                <a:latin typeface="+mn-lt"/>
                <a:ea typeface="굴림" panose="020B0600000101010101" pitchFamily="34" charset="-127"/>
              </a:rPr>
              <a:t>은인들게</a:t>
            </a:r>
            <a:endParaRPr lang="ko-KR" altLang="ko-KR" sz="2000" b="0" i="0" dirty="0">
              <a:solidFill>
                <a:schemeClr val="tx1"/>
              </a:solidFill>
              <a:effectLst/>
              <a:latin typeface="+mn-lt"/>
              <a:ea typeface="Apple SD Gothic Neo" panose="02000300000000000000" pitchFamily="2" charset="-127"/>
            </a:endParaRPr>
          </a:p>
          <a:p>
            <a:pPr indent="0" algn="l">
              <a:buNone/>
            </a:pPr>
            <a:r>
              <a:rPr lang="ko-KR" altLang="ko-KR" sz="2000" b="1" i="0" dirty="0">
                <a:solidFill>
                  <a:schemeClr val="tx1"/>
                </a:solidFill>
                <a:effectLst/>
                <a:latin typeface="+mn-lt"/>
                <a:ea typeface="굴림" panose="020B0600000101010101" pitchFamily="34" charset="-127"/>
              </a:rPr>
              <a:t>       필요한 은혜를 </a:t>
            </a:r>
            <a:r>
              <a:rPr lang="ko-KR" altLang="ko-KR" sz="2000" b="1" i="0" dirty="0" err="1">
                <a:solidFill>
                  <a:schemeClr val="tx1"/>
                </a:solidFill>
                <a:effectLst/>
                <a:latin typeface="+mn-lt"/>
                <a:ea typeface="굴림" panose="020B0600000101010101" pitchFamily="34" charset="-127"/>
              </a:rPr>
              <a:t>얻어주소서</a:t>
            </a:r>
            <a:r>
              <a:rPr lang="ko-KR" altLang="ko-KR" sz="2000" b="1" i="0" dirty="0">
                <a:solidFill>
                  <a:schemeClr val="tx1"/>
                </a:solidFill>
                <a:effectLst/>
                <a:latin typeface="+mn-lt"/>
                <a:ea typeface="굴림" panose="020B0600000101010101" pitchFamily="34" charset="-127"/>
              </a:rPr>
              <a:t>.</a:t>
            </a:r>
            <a:endParaRPr lang="ko-KR" altLang="ko-KR" sz="2000" b="0" i="0" dirty="0">
              <a:solidFill>
                <a:schemeClr val="tx1"/>
              </a:solidFill>
              <a:effectLst/>
              <a:latin typeface="+mn-lt"/>
              <a:ea typeface="Apple SD Gothic Neo" panose="02000300000000000000" pitchFamily="2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ABBE5B5-8568-C231-CFD4-A10964EEA2C8}"/>
              </a:ext>
            </a:extLst>
          </p:cNvPr>
          <p:cNvSpPr txBox="1"/>
          <p:nvPr/>
        </p:nvSpPr>
        <p:spPr>
          <a:xfrm>
            <a:off x="7029852" y="2910379"/>
            <a:ext cx="6349627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0" algn="l">
              <a:buNone/>
            </a:pPr>
            <a:r>
              <a:rPr lang="ko-KR" altLang="ko-KR" sz="2000" b="1" i="0" dirty="0">
                <a:solidFill>
                  <a:schemeClr val="tx1"/>
                </a:solidFill>
                <a:effectLst/>
                <a:latin typeface="+mn-lt"/>
                <a:ea typeface="굴림" panose="020B0600000101010101" pitchFamily="34" charset="-127"/>
              </a:rPr>
              <a:t>●  또한 저희가 죽을 때까지</a:t>
            </a:r>
            <a:endParaRPr lang="ko-KR" altLang="ko-KR" sz="2000" b="0" i="0" dirty="0">
              <a:solidFill>
                <a:schemeClr val="tx1"/>
              </a:solidFill>
              <a:effectLst/>
              <a:latin typeface="+mn-lt"/>
              <a:ea typeface="Apple SD Gothic Neo" panose="02000300000000000000" pitchFamily="2" charset="-127"/>
            </a:endParaRPr>
          </a:p>
          <a:p>
            <a:pPr indent="0" algn="l">
              <a:buNone/>
            </a:pPr>
            <a:r>
              <a:rPr lang="ko-KR" altLang="ko-KR" sz="2000" b="1" i="0" dirty="0">
                <a:solidFill>
                  <a:schemeClr val="tx1"/>
                </a:solidFill>
                <a:effectLst/>
                <a:latin typeface="+mn-lt"/>
                <a:ea typeface="굴림" panose="020B0600000101010101" pitchFamily="34" charset="-127"/>
              </a:rPr>
              <a:t>       예수 그리스도를 한결같이 믿어 증언하며</a:t>
            </a:r>
            <a:endParaRPr lang="ko-KR" altLang="ko-KR" sz="2000" b="0" i="0" dirty="0">
              <a:solidFill>
                <a:schemeClr val="tx1"/>
              </a:solidFill>
              <a:effectLst/>
              <a:latin typeface="+mn-lt"/>
              <a:ea typeface="Apple SD Gothic Neo" panose="02000300000000000000" pitchFamily="2" charset="-127"/>
            </a:endParaRPr>
          </a:p>
          <a:p>
            <a:pPr indent="0" algn="l">
              <a:buNone/>
            </a:pPr>
            <a:r>
              <a:rPr lang="ko-KR" altLang="ko-KR" sz="2000" b="1" i="0" dirty="0">
                <a:solidFill>
                  <a:schemeClr val="tx1"/>
                </a:solidFill>
                <a:effectLst/>
                <a:latin typeface="+mn-lt"/>
                <a:ea typeface="굴림" panose="020B0600000101010101" pitchFamily="34" charset="-127"/>
              </a:rPr>
              <a:t>       비록 피는 흘리지 못할지라도</a:t>
            </a:r>
            <a:endParaRPr lang="ko-KR" altLang="ko-KR" sz="2000" b="0" i="0" dirty="0">
              <a:solidFill>
                <a:schemeClr val="tx1"/>
              </a:solidFill>
              <a:effectLst/>
              <a:latin typeface="+mn-lt"/>
              <a:ea typeface="Apple SD Gothic Neo" panose="02000300000000000000" pitchFamily="2" charset="-127"/>
            </a:endParaRPr>
          </a:p>
          <a:p>
            <a:pPr indent="0" algn="l">
              <a:buNone/>
            </a:pPr>
            <a:r>
              <a:rPr lang="ko-KR" altLang="ko-KR" sz="2000" b="1" i="0" dirty="0">
                <a:solidFill>
                  <a:schemeClr val="tx1"/>
                </a:solidFill>
                <a:effectLst/>
                <a:latin typeface="+mn-lt"/>
                <a:ea typeface="굴림" panose="020B0600000101010101" pitchFamily="34" charset="-127"/>
              </a:rPr>
              <a:t>       주님의 은총을 입어 선종하게 하소서.</a:t>
            </a:r>
            <a:endParaRPr lang="ko-KR" altLang="ko-KR" sz="2000" b="0" i="0" dirty="0">
              <a:solidFill>
                <a:schemeClr val="tx1"/>
              </a:solidFill>
              <a:effectLst/>
              <a:latin typeface="+mn-lt"/>
              <a:ea typeface="Apple SD Gothic Neo" panose="02000300000000000000" pitchFamily="2" charset="-127"/>
            </a:endParaRPr>
          </a:p>
          <a:p>
            <a:pPr indent="0" algn="l">
              <a:buNone/>
            </a:pPr>
            <a:r>
              <a:rPr lang="ko-KR" altLang="ko-KR" sz="2000" b="1" i="0" dirty="0">
                <a:solidFill>
                  <a:schemeClr val="tx1"/>
                </a:solidFill>
                <a:effectLst/>
                <a:latin typeface="+mn-lt"/>
                <a:ea typeface="굴림" panose="020B0600000101010101" pitchFamily="34" charset="-127"/>
              </a:rPr>
              <a:t>○  성 김대건 </a:t>
            </a:r>
            <a:r>
              <a:rPr lang="ko-KR" altLang="ko-KR" sz="2000" b="1" i="0" dirty="0" err="1">
                <a:solidFill>
                  <a:schemeClr val="tx1"/>
                </a:solidFill>
                <a:effectLst/>
                <a:latin typeface="+mn-lt"/>
                <a:ea typeface="굴림" panose="020B0600000101010101" pitchFamily="34" charset="-127"/>
              </a:rPr>
              <a:t>안드레아와</a:t>
            </a:r>
            <a:r>
              <a:rPr lang="ko-KR" altLang="ko-KR" sz="2000" b="1" i="0" dirty="0">
                <a:solidFill>
                  <a:schemeClr val="tx1"/>
                </a:solidFill>
                <a:effectLst/>
                <a:latin typeface="+mn-lt"/>
                <a:ea typeface="굴림" panose="020B0600000101010101" pitchFamily="34" charset="-127"/>
              </a:rPr>
              <a:t> 성 정하상 바오로와</a:t>
            </a:r>
            <a:endParaRPr lang="ko-KR" altLang="ko-KR" sz="2000" b="0" i="0" dirty="0">
              <a:solidFill>
                <a:schemeClr val="tx1"/>
              </a:solidFill>
              <a:effectLst/>
              <a:latin typeface="+mn-lt"/>
              <a:ea typeface="Apple SD Gothic Neo" panose="02000300000000000000" pitchFamily="2" charset="-127"/>
            </a:endParaRPr>
          </a:p>
          <a:p>
            <a:pPr indent="0" algn="l">
              <a:buNone/>
            </a:pPr>
            <a:r>
              <a:rPr lang="ko-KR" altLang="ko-KR" sz="2000" b="1" i="0" dirty="0">
                <a:solidFill>
                  <a:schemeClr val="tx1"/>
                </a:solidFill>
                <a:effectLst/>
                <a:latin typeface="+mn-lt"/>
                <a:ea typeface="굴림" panose="020B0600000101010101" pitchFamily="34" charset="-127"/>
              </a:rPr>
              <a:t>       동료 </a:t>
            </a:r>
            <a:r>
              <a:rPr lang="ko-KR" altLang="ko-KR" sz="2000" b="1" i="0" dirty="0" err="1">
                <a:solidFill>
                  <a:schemeClr val="tx1"/>
                </a:solidFill>
                <a:effectLst/>
                <a:latin typeface="+mn-lt"/>
                <a:ea typeface="굴림" panose="020B0600000101010101" pitchFamily="34" charset="-127"/>
              </a:rPr>
              <a:t>순교자들이여</a:t>
            </a:r>
            <a:r>
              <a:rPr lang="ko-KR" altLang="ko-KR" sz="2000" b="1" i="0" dirty="0">
                <a:solidFill>
                  <a:schemeClr val="tx1"/>
                </a:solidFill>
                <a:effectLst/>
                <a:latin typeface="+mn-lt"/>
                <a:ea typeface="굴림" panose="020B0600000101010101" pitchFamily="34" charset="-127"/>
              </a:rPr>
              <a:t>,</a:t>
            </a:r>
            <a:endParaRPr lang="ko-KR" altLang="ko-KR" sz="2000" b="0" i="0" dirty="0">
              <a:solidFill>
                <a:schemeClr val="tx1"/>
              </a:solidFill>
              <a:effectLst/>
              <a:latin typeface="+mn-lt"/>
              <a:ea typeface="Apple SD Gothic Neo" panose="02000300000000000000" pitchFamily="2" charset="-127"/>
            </a:endParaRPr>
          </a:p>
          <a:p>
            <a:pPr indent="0" algn="l">
              <a:buNone/>
            </a:pPr>
            <a:r>
              <a:rPr lang="ko-KR" altLang="ko-KR" sz="2000" b="1" i="0" dirty="0">
                <a:solidFill>
                  <a:schemeClr val="tx1"/>
                </a:solidFill>
                <a:effectLst/>
                <a:latin typeface="+mn-lt"/>
                <a:ea typeface="굴림" panose="020B0600000101010101" pitchFamily="34" charset="-127"/>
              </a:rPr>
              <a:t>●  저희를 위하여 </a:t>
            </a:r>
            <a:r>
              <a:rPr lang="ko-KR" altLang="ko-KR" sz="2000" b="1" i="0" dirty="0" err="1">
                <a:solidFill>
                  <a:schemeClr val="tx1"/>
                </a:solidFill>
                <a:effectLst/>
                <a:latin typeface="+mn-lt"/>
                <a:ea typeface="굴림" panose="020B0600000101010101" pitchFamily="34" charset="-127"/>
              </a:rPr>
              <a:t>빌어주소서</a:t>
            </a:r>
            <a:r>
              <a:rPr lang="ko-KR" altLang="ko-KR" sz="2000" b="1" i="0" dirty="0">
                <a:solidFill>
                  <a:schemeClr val="tx1"/>
                </a:solidFill>
                <a:effectLst/>
                <a:latin typeface="+mn-lt"/>
                <a:ea typeface="굴림" panose="020B0600000101010101" pitchFamily="34" charset="-127"/>
              </a:rPr>
              <a:t>.</a:t>
            </a:r>
            <a:endParaRPr lang="ko-KR" altLang="ko-KR" sz="2000" b="0" i="0" dirty="0">
              <a:solidFill>
                <a:srgbClr val="000000"/>
              </a:solidFill>
              <a:effectLst/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1365249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81C8B7-3F13-1500-F77C-F829490BC3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그림 6" descr="/Users/SUNDAYSCHOOL/Library/Group Containers/L48J367XN4.com.infraware.PolarisOfficeSA/EngineTemp/5598/fImage42362064871912.png">
            <a:extLst>
              <a:ext uri="{FF2B5EF4-FFF2-40B4-BE49-F238E27FC236}">
                <a16:creationId xmlns:a16="http://schemas.microsoft.com/office/drawing/2014/main" id="{0C07D7D4-4A9F-F9E0-B837-07293F82C639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270" y="0"/>
            <a:ext cx="12190095" cy="6859270"/>
          </a:xfrm>
          <a:prstGeom prst="rect">
            <a:avLst/>
          </a:prstGeom>
          <a:noFill/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399D9275-5D7A-01FE-B0AB-408BAF599076}"/>
              </a:ext>
            </a:extLst>
          </p:cNvPr>
          <p:cNvSpPr txBox="1"/>
          <p:nvPr/>
        </p:nvSpPr>
        <p:spPr>
          <a:xfrm>
            <a:off x="744625" y="289568"/>
            <a:ext cx="10633660" cy="892552"/>
          </a:xfrm>
          <a:prstGeom prst="rect">
            <a:avLst/>
          </a:prstGeom>
          <a:noFill/>
          <a:ln w="19050">
            <a:noFill/>
          </a:ln>
        </p:spPr>
        <p:txBody>
          <a:bodyPr vert="horz" wrap="square" lIns="60960" tIns="30480" rIns="60960" bIns="30480" anchor="t">
            <a:spAutoFit/>
          </a:bodyPr>
          <a:lstStyle/>
          <a:p>
            <a:pPr algn="ctr" defTabSz="608965" latinLnBrk="0">
              <a:defRPr/>
            </a:pPr>
            <a:r>
              <a:rPr lang="ko-KR" altLang="en-US" sz="5400" b="1">
                <a:solidFill>
                  <a:schemeClr val="bg1">
                    <a:lumMod val="50000"/>
                    <a:lumOff val="0"/>
                  </a:schemeClr>
                </a:solidFill>
                <a:latin typeface="맑은 고딕"/>
                <a:ea typeface="맑은 고딕"/>
              </a:rPr>
              <a:t>세계 청년대회 공식 기도문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DD6B418D-8AFD-AF1E-01CC-5AD93F7BCCF2}"/>
              </a:ext>
            </a:extLst>
          </p:cNvPr>
          <p:cNvSpPr txBox="1">
            <a:spLocks/>
          </p:cNvSpPr>
          <p:nvPr/>
        </p:nvSpPr>
        <p:spPr>
          <a:xfrm>
            <a:off x="166277" y="1177445"/>
            <a:ext cx="11797015" cy="5497194"/>
          </a:xfrm>
          <a:prstGeom prst="rect">
            <a:avLst/>
          </a:prstGeom>
        </p:spPr>
        <p:txBody>
          <a:bodyPr vert="horz" wrap="square" lIns="60960" tIns="30480" rIns="60960" bIns="30480" rtlCol="0" anchor="ctr">
            <a:noAutofit/>
          </a:bodyPr>
          <a:lstStyle>
            <a:lvl1pPr algn="ctr" defTabSz="608990" rtl="0" eaLnBrk="1" latinLnBrk="0" hangingPunct="1">
              <a:spcBef>
                <a:spcPct val="0"/>
              </a:spcBef>
              <a:buNone/>
              <a:defRPr sz="29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altLang="ko-KR" sz="3600" b="1" dirty="0">
              <a:latin typeface="Malgun Gothic"/>
              <a:ea typeface="Malgun Gothic"/>
              <a:cs typeface="Calibri"/>
            </a:endParaRPr>
          </a:p>
          <a:p>
            <a:r>
              <a:rPr lang="en-US" altLang="ko-KR" sz="2800" b="1" dirty="0" err="1">
                <a:latin typeface="Malgun Gothic"/>
                <a:ea typeface="Malgun Gothic"/>
                <a:cs typeface="Calibri"/>
              </a:rPr>
              <a:t>젊은이를</a:t>
            </a:r>
            <a:r>
              <a:rPr lang="en-US" altLang="ko-KR" sz="2800" b="1" dirty="0">
                <a:latin typeface="Malgun Gothic"/>
                <a:ea typeface="Malgun Gothic"/>
                <a:cs typeface="Calibri"/>
              </a:rPr>
              <a:t> </a:t>
            </a:r>
            <a:r>
              <a:rPr lang="en-US" altLang="ko-KR" sz="2800" b="1" dirty="0" err="1">
                <a:latin typeface="Malgun Gothic"/>
                <a:ea typeface="Malgun Gothic"/>
                <a:cs typeface="Calibri"/>
              </a:rPr>
              <a:t>사랑하시는</a:t>
            </a:r>
            <a:r>
              <a:rPr lang="en-US" altLang="ko-KR" sz="2800" b="1" dirty="0">
                <a:latin typeface="Malgun Gothic"/>
                <a:ea typeface="Malgun Gothic"/>
                <a:cs typeface="Calibri"/>
              </a:rPr>
              <a:t> </a:t>
            </a:r>
            <a:r>
              <a:rPr lang="en-US" altLang="ko-KR" sz="2800" b="1" dirty="0" err="1">
                <a:latin typeface="Malgun Gothic"/>
                <a:ea typeface="Malgun Gothic"/>
                <a:cs typeface="Calibri"/>
              </a:rPr>
              <a:t>주님</a:t>
            </a:r>
            <a:r>
              <a:rPr lang="en-US" altLang="ko-KR" sz="2800" b="1" dirty="0">
                <a:latin typeface="Malgun Gothic"/>
                <a:ea typeface="Malgun Gothic"/>
                <a:cs typeface="Calibri"/>
              </a:rPr>
              <a:t>, </a:t>
            </a:r>
            <a:endParaRPr lang="en-US" altLang="ko-KR" sz="3600" b="1" dirty="0">
              <a:latin typeface="Malgun Gothic"/>
              <a:ea typeface="Malgun Gothic"/>
              <a:cs typeface="Calibri"/>
            </a:endParaRPr>
          </a:p>
          <a:p>
            <a:r>
              <a:rPr lang="en-US" altLang="ko-KR" sz="2800" b="1" dirty="0" err="1">
                <a:latin typeface="Malgun Gothic"/>
                <a:ea typeface="Malgun Gothic"/>
                <a:cs typeface="Calibri"/>
              </a:rPr>
              <a:t>저희를</a:t>
            </a:r>
            <a:r>
              <a:rPr lang="en-US" altLang="ko-KR" sz="2800" b="1" dirty="0">
                <a:latin typeface="Malgun Gothic"/>
                <a:ea typeface="Malgun Gothic"/>
                <a:cs typeface="Calibri"/>
              </a:rPr>
              <a:t> </a:t>
            </a:r>
            <a:r>
              <a:rPr lang="en-US" altLang="ko-KR" sz="2800" b="1" dirty="0" err="1">
                <a:latin typeface="Malgun Gothic"/>
                <a:ea typeface="Malgun Gothic"/>
                <a:cs typeface="Calibri"/>
              </a:rPr>
              <a:t>주님의</a:t>
            </a:r>
            <a:r>
              <a:rPr lang="en-US" altLang="ko-KR" sz="2800" b="1" dirty="0">
                <a:latin typeface="Malgun Gothic"/>
                <a:ea typeface="Malgun Gothic"/>
                <a:cs typeface="Calibri"/>
              </a:rPr>
              <a:t> </a:t>
            </a:r>
            <a:r>
              <a:rPr lang="en-US" altLang="ko-KR" sz="2800" b="1" dirty="0" err="1">
                <a:latin typeface="Malgun Gothic"/>
                <a:ea typeface="Malgun Gothic"/>
                <a:cs typeface="Calibri"/>
              </a:rPr>
              <a:t>무한한</a:t>
            </a:r>
            <a:r>
              <a:rPr lang="en-US" altLang="ko-KR" sz="2800" b="1" dirty="0">
                <a:latin typeface="Malgun Gothic"/>
                <a:ea typeface="Malgun Gothic"/>
                <a:cs typeface="Calibri"/>
              </a:rPr>
              <a:t> </a:t>
            </a:r>
            <a:r>
              <a:rPr lang="en-US" altLang="ko-KR" sz="2800" b="1" dirty="0" err="1">
                <a:latin typeface="Malgun Gothic"/>
                <a:ea typeface="Malgun Gothic"/>
                <a:cs typeface="Calibri"/>
              </a:rPr>
              <a:t>사랑과</a:t>
            </a:r>
            <a:r>
              <a:rPr lang="en-US" altLang="ko-KR" sz="2800" b="1" dirty="0">
                <a:latin typeface="Malgun Gothic"/>
                <a:ea typeface="Malgun Gothic"/>
                <a:cs typeface="Calibri"/>
              </a:rPr>
              <a:t> </a:t>
            </a:r>
            <a:r>
              <a:rPr lang="en-US" altLang="ko-KR" sz="2800" b="1" dirty="0" err="1">
                <a:latin typeface="Malgun Gothic"/>
                <a:ea typeface="Malgun Gothic"/>
                <a:cs typeface="Calibri"/>
              </a:rPr>
              <a:t>무한한</a:t>
            </a:r>
            <a:r>
              <a:rPr lang="en-US" altLang="ko-KR" sz="2800" b="1" dirty="0">
                <a:latin typeface="Malgun Gothic"/>
                <a:ea typeface="Malgun Gothic"/>
                <a:cs typeface="Calibri"/>
              </a:rPr>
              <a:t> </a:t>
            </a:r>
            <a:r>
              <a:rPr lang="en-US" altLang="ko-KR" sz="2800" b="1" dirty="0" err="1">
                <a:latin typeface="Malgun Gothic"/>
                <a:ea typeface="Malgun Gothic"/>
                <a:cs typeface="Calibri"/>
              </a:rPr>
              <a:t>사랑과</a:t>
            </a:r>
            <a:r>
              <a:rPr lang="en-US" altLang="ko-KR" sz="2800" b="1" dirty="0">
                <a:latin typeface="Malgun Gothic"/>
                <a:ea typeface="Malgun Gothic"/>
                <a:cs typeface="Calibri"/>
              </a:rPr>
              <a:t> </a:t>
            </a:r>
            <a:r>
              <a:rPr lang="en-US" altLang="ko-KR" sz="2800" b="1" dirty="0" err="1">
                <a:latin typeface="Malgun Gothic"/>
                <a:ea typeface="Malgun Gothic"/>
                <a:cs typeface="Calibri"/>
              </a:rPr>
              <a:t>자비로</a:t>
            </a:r>
            <a:r>
              <a:rPr lang="en-US" altLang="ko-KR" sz="2800" b="1" dirty="0">
                <a:latin typeface="Malgun Gothic"/>
                <a:ea typeface="Malgun Gothic"/>
                <a:cs typeface="Calibri"/>
              </a:rPr>
              <a:t> </a:t>
            </a:r>
          </a:p>
          <a:p>
            <a:r>
              <a:rPr lang="en-US" altLang="ko-KR" sz="2800" b="1" dirty="0" err="1">
                <a:latin typeface="Malgun Gothic"/>
                <a:ea typeface="Malgun Gothic"/>
                <a:cs typeface="Calibri"/>
              </a:rPr>
              <a:t>초대해</a:t>
            </a:r>
            <a:r>
              <a:rPr lang="en-US" altLang="ko-KR" sz="2800" b="1" dirty="0">
                <a:latin typeface="Malgun Gothic"/>
                <a:ea typeface="Malgun Gothic"/>
                <a:cs typeface="Calibri"/>
              </a:rPr>
              <a:t> </a:t>
            </a:r>
            <a:r>
              <a:rPr lang="en-US" altLang="ko-KR" sz="2800" b="1" dirty="0" err="1">
                <a:latin typeface="Malgun Gothic"/>
                <a:ea typeface="Malgun Gothic"/>
                <a:cs typeface="Calibri"/>
              </a:rPr>
              <a:t>주심에</a:t>
            </a:r>
            <a:r>
              <a:rPr lang="en-US" altLang="ko-KR" sz="2800" b="1" dirty="0">
                <a:latin typeface="Malgun Gothic"/>
                <a:ea typeface="Malgun Gothic"/>
                <a:cs typeface="Calibri"/>
              </a:rPr>
              <a:t> </a:t>
            </a:r>
            <a:r>
              <a:rPr lang="en-US" altLang="ko-KR" sz="2800" b="1" dirty="0" err="1">
                <a:latin typeface="Malgun Gothic"/>
                <a:ea typeface="Malgun Gothic"/>
                <a:cs typeface="Calibri"/>
              </a:rPr>
              <a:t>감사드립니다</a:t>
            </a:r>
            <a:r>
              <a:rPr lang="en-US" altLang="ko-KR" sz="2800" b="1" dirty="0">
                <a:latin typeface="Malgun Gothic"/>
                <a:ea typeface="Malgun Gothic"/>
                <a:cs typeface="Calibri"/>
              </a:rPr>
              <a:t>. </a:t>
            </a:r>
          </a:p>
          <a:p>
            <a:endParaRPr lang="en-US" altLang="ko-KR" sz="2800" b="1" dirty="0">
              <a:latin typeface="Malgun Gothic"/>
              <a:ea typeface="Malgun Gothic"/>
              <a:cs typeface="Calibri"/>
            </a:endParaRPr>
          </a:p>
          <a:p>
            <a:r>
              <a:rPr lang="en-US" altLang="ko-KR" sz="2800" b="1" dirty="0" err="1">
                <a:latin typeface="Malgun Gothic"/>
                <a:ea typeface="Malgun Gothic"/>
                <a:cs typeface="Calibri"/>
              </a:rPr>
              <a:t>하느님</a:t>
            </a:r>
            <a:r>
              <a:rPr lang="en-US" altLang="ko-KR" sz="2800" b="1" dirty="0">
                <a:latin typeface="Malgun Gothic"/>
                <a:ea typeface="Malgun Gothic"/>
                <a:cs typeface="Calibri"/>
              </a:rPr>
              <a:t> </a:t>
            </a:r>
            <a:r>
              <a:rPr lang="en-US" altLang="ko-KR" sz="2800" b="1" dirty="0" err="1">
                <a:latin typeface="Malgun Gothic"/>
                <a:ea typeface="Malgun Gothic"/>
                <a:cs typeface="Calibri"/>
              </a:rPr>
              <a:t>아버지</a:t>
            </a:r>
            <a:r>
              <a:rPr lang="en-US" altLang="ko-KR" sz="2800" b="1" dirty="0">
                <a:latin typeface="Malgun Gothic"/>
                <a:ea typeface="Malgun Gothic"/>
                <a:cs typeface="Calibri"/>
              </a:rPr>
              <a:t>, </a:t>
            </a:r>
            <a:r>
              <a:rPr lang="en-US" altLang="ko-KR" sz="2800" b="1" dirty="0" err="1">
                <a:latin typeface="Malgun Gothic"/>
                <a:ea typeface="Malgun Gothic"/>
                <a:cs typeface="Calibri"/>
              </a:rPr>
              <a:t>저희</a:t>
            </a:r>
            <a:r>
              <a:rPr lang="en-US" altLang="ko-KR" sz="2800" b="1" dirty="0">
                <a:latin typeface="Malgun Gothic"/>
                <a:ea typeface="Malgun Gothic"/>
                <a:cs typeface="Calibri"/>
              </a:rPr>
              <a:t> </a:t>
            </a:r>
            <a:r>
              <a:rPr lang="en-US" altLang="ko-KR" sz="2800" b="1" dirty="0" err="1">
                <a:latin typeface="Malgun Gothic"/>
                <a:ea typeface="Malgun Gothic"/>
                <a:cs typeface="Calibri"/>
              </a:rPr>
              <a:t>자신을</a:t>
            </a:r>
            <a:r>
              <a:rPr lang="en-US" altLang="ko-KR" sz="2800" b="1" dirty="0">
                <a:latin typeface="Malgun Gothic"/>
                <a:ea typeface="Malgun Gothic"/>
                <a:cs typeface="Calibri"/>
              </a:rPr>
              <a:t> </a:t>
            </a:r>
            <a:r>
              <a:rPr lang="en-US" altLang="ko-KR" sz="2800" b="1" dirty="0" err="1">
                <a:latin typeface="Malgun Gothic"/>
                <a:ea typeface="Malgun Gothic"/>
                <a:cs typeface="Calibri"/>
              </a:rPr>
              <a:t>당신께</a:t>
            </a:r>
            <a:r>
              <a:rPr lang="en-US" altLang="ko-KR" sz="2800" b="1" dirty="0">
                <a:latin typeface="Malgun Gothic"/>
                <a:ea typeface="Malgun Gothic"/>
                <a:cs typeface="Calibri"/>
              </a:rPr>
              <a:t> </a:t>
            </a:r>
            <a:r>
              <a:rPr lang="en-US" altLang="ko-KR" sz="2800" b="1" dirty="0" err="1">
                <a:latin typeface="Malgun Gothic"/>
                <a:ea typeface="Malgun Gothic"/>
                <a:cs typeface="Calibri"/>
              </a:rPr>
              <a:t>맡겨</a:t>
            </a:r>
            <a:r>
              <a:rPr lang="en-US" altLang="ko-KR" sz="2800" b="1" dirty="0">
                <a:latin typeface="Malgun Gothic"/>
                <a:ea typeface="Malgun Gothic"/>
                <a:cs typeface="Calibri"/>
              </a:rPr>
              <a:t> </a:t>
            </a:r>
            <a:r>
              <a:rPr lang="en-US" altLang="ko-KR" sz="2800" b="1" dirty="0" err="1">
                <a:latin typeface="Malgun Gothic"/>
                <a:ea typeface="Malgun Gothic"/>
                <a:cs typeface="Calibri"/>
              </a:rPr>
              <a:t>드리오니</a:t>
            </a:r>
            <a:r>
              <a:rPr lang="en-US" altLang="ko-KR" sz="2800" b="1" dirty="0">
                <a:latin typeface="Malgun Gothic"/>
                <a:ea typeface="Malgun Gothic"/>
                <a:cs typeface="Calibri"/>
              </a:rPr>
              <a:t>, </a:t>
            </a:r>
          </a:p>
          <a:p>
            <a:r>
              <a:rPr lang="en-US" altLang="ko-KR" sz="2800" b="1" dirty="0" err="1">
                <a:latin typeface="Malgun Gothic"/>
                <a:ea typeface="Malgun Gothic"/>
                <a:cs typeface="Calibri"/>
              </a:rPr>
              <a:t>온</a:t>
            </a:r>
            <a:r>
              <a:rPr lang="en-US" altLang="ko-KR" sz="2800" b="1" dirty="0">
                <a:latin typeface="Malgun Gothic"/>
                <a:ea typeface="Malgun Gothic"/>
                <a:cs typeface="Calibri"/>
              </a:rPr>
              <a:t> </a:t>
            </a:r>
            <a:r>
              <a:rPr lang="en-US" altLang="ko-KR" sz="2800" b="1" dirty="0" err="1">
                <a:latin typeface="Malgun Gothic"/>
                <a:ea typeface="Malgun Gothic"/>
                <a:cs typeface="Calibri"/>
              </a:rPr>
              <a:t>세상</a:t>
            </a:r>
            <a:r>
              <a:rPr lang="en-US" altLang="ko-KR" sz="2800" b="1" dirty="0">
                <a:latin typeface="Malgun Gothic"/>
                <a:ea typeface="Malgun Gothic"/>
                <a:cs typeface="Calibri"/>
              </a:rPr>
              <a:t> </a:t>
            </a:r>
            <a:r>
              <a:rPr lang="en-US" altLang="ko-KR" sz="2800" b="1" dirty="0" err="1">
                <a:latin typeface="Malgun Gothic"/>
                <a:ea typeface="Malgun Gothic"/>
                <a:cs typeface="Calibri"/>
              </a:rPr>
              <a:t>젊은이들이</a:t>
            </a:r>
            <a:r>
              <a:rPr lang="en-US" altLang="ko-KR" sz="2800" b="1" dirty="0">
                <a:latin typeface="Malgun Gothic"/>
                <a:ea typeface="Malgun Gothic"/>
                <a:cs typeface="Calibri"/>
              </a:rPr>
              <a:t> </a:t>
            </a:r>
            <a:r>
              <a:rPr lang="en-US" altLang="ko-KR" sz="2800" b="1" dirty="0" err="1">
                <a:latin typeface="Malgun Gothic"/>
                <a:ea typeface="Malgun Gothic"/>
                <a:cs typeface="Calibri"/>
              </a:rPr>
              <a:t>교회의</a:t>
            </a:r>
            <a:r>
              <a:rPr lang="en-US" altLang="ko-KR" sz="2800" b="1" dirty="0">
                <a:latin typeface="Malgun Gothic"/>
                <a:ea typeface="Malgun Gothic"/>
                <a:cs typeface="Calibri"/>
              </a:rPr>
              <a:t> </a:t>
            </a:r>
            <a:r>
              <a:rPr lang="en-US" altLang="ko-KR" sz="2800" b="1" dirty="0" err="1">
                <a:latin typeface="Malgun Gothic"/>
                <a:ea typeface="Malgun Gothic"/>
                <a:cs typeface="Calibri"/>
              </a:rPr>
              <a:t>품</a:t>
            </a:r>
            <a:r>
              <a:rPr lang="en-US" altLang="ko-KR" sz="2800" b="1" dirty="0">
                <a:latin typeface="Malgun Gothic"/>
                <a:ea typeface="Malgun Gothic"/>
                <a:cs typeface="Calibri"/>
              </a:rPr>
              <a:t> </a:t>
            </a:r>
            <a:r>
              <a:rPr lang="en-US" altLang="ko-KR" sz="2800" b="1" dirty="0" err="1">
                <a:latin typeface="Malgun Gothic"/>
                <a:ea typeface="Malgun Gothic"/>
                <a:cs typeface="Calibri"/>
              </a:rPr>
              <a:t>안에서</a:t>
            </a:r>
            <a:r>
              <a:rPr lang="en-US" altLang="ko-KR" sz="2800" b="1" dirty="0">
                <a:latin typeface="Malgun Gothic"/>
                <a:ea typeface="Malgun Gothic"/>
                <a:cs typeface="Calibri"/>
              </a:rPr>
              <a:t> </a:t>
            </a:r>
            <a:r>
              <a:rPr lang="en-US" altLang="ko-KR" sz="2800" b="1" dirty="0" err="1">
                <a:latin typeface="Malgun Gothic"/>
                <a:ea typeface="Malgun Gothic"/>
                <a:cs typeface="Calibri"/>
              </a:rPr>
              <a:t>위로받고</a:t>
            </a:r>
            <a:endParaRPr lang="en-US" altLang="ko-KR" sz="2800" b="1" dirty="0">
              <a:latin typeface="Malgun Gothic"/>
              <a:ea typeface="Malgun Gothic"/>
              <a:cs typeface="Calibri"/>
            </a:endParaRPr>
          </a:p>
          <a:p>
            <a:r>
              <a:rPr lang="en-US" altLang="ko-KR" sz="2800" b="1" dirty="0" err="1">
                <a:latin typeface="Malgun Gothic"/>
                <a:ea typeface="Malgun Gothic"/>
                <a:cs typeface="Calibri"/>
              </a:rPr>
              <a:t>친교와</a:t>
            </a:r>
            <a:r>
              <a:rPr lang="en-US" altLang="ko-KR" sz="2800" b="1" dirty="0">
                <a:latin typeface="Malgun Gothic"/>
                <a:ea typeface="Malgun Gothic"/>
                <a:cs typeface="Calibri"/>
              </a:rPr>
              <a:t> </a:t>
            </a:r>
            <a:r>
              <a:rPr lang="en-US" altLang="ko-KR" sz="2800" b="1" dirty="0" err="1">
                <a:latin typeface="Malgun Gothic"/>
                <a:ea typeface="Malgun Gothic"/>
                <a:cs typeface="Calibri"/>
              </a:rPr>
              <a:t>일치의</a:t>
            </a:r>
            <a:r>
              <a:rPr lang="en-US" altLang="ko-KR" sz="2800" b="1" dirty="0">
                <a:latin typeface="Malgun Gothic"/>
                <a:ea typeface="Malgun Gothic"/>
                <a:cs typeface="Calibri"/>
              </a:rPr>
              <a:t> </a:t>
            </a:r>
            <a:r>
              <a:rPr lang="en-US" altLang="ko-KR" sz="2800" b="1" dirty="0" err="1">
                <a:latin typeface="Malgun Gothic"/>
                <a:ea typeface="Malgun Gothic"/>
                <a:cs typeface="Calibri"/>
              </a:rPr>
              <a:t>기쁨을</a:t>
            </a:r>
            <a:r>
              <a:rPr lang="en-US" altLang="ko-KR" sz="2800" b="1" dirty="0">
                <a:latin typeface="Malgun Gothic"/>
                <a:ea typeface="Malgun Gothic"/>
                <a:cs typeface="Calibri"/>
              </a:rPr>
              <a:t> </a:t>
            </a:r>
            <a:r>
              <a:rPr lang="en-US" altLang="ko-KR" sz="2800" b="1" dirty="0" err="1">
                <a:latin typeface="Malgun Gothic"/>
                <a:ea typeface="Malgun Gothic"/>
                <a:cs typeface="Calibri"/>
              </a:rPr>
              <a:t>누리게</a:t>
            </a:r>
            <a:r>
              <a:rPr lang="en-US" altLang="ko-KR" sz="2800" b="1" dirty="0">
                <a:latin typeface="Malgun Gothic"/>
                <a:ea typeface="Malgun Gothic"/>
                <a:cs typeface="Calibri"/>
              </a:rPr>
              <a:t> </a:t>
            </a:r>
            <a:r>
              <a:rPr lang="en-US" altLang="ko-KR" sz="2800" b="1" dirty="0" err="1">
                <a:latin typeface="Malgun Gothic"/>
                <a:ea typeface="Malgun Gothic"/>
                <a:cs typeface="Calibri"/>
              </a:rPr>
              <a:t>하소서</a:t>
            </a:r>
            <a:r>
              <a:rPr lang="en-US" altLang="ko-KR" sz="2800" b="1" dirty="0">
                <a:latin typeface="Malgun Gothic"/>
                <a:ea typeface="Malgun Gothic"/>
                <a:cs typeface="Calibri"/>
              </a:rPr>
              <a:t>. </a:t>
            </a:r>
          </a:p>
          <a:p>
            <a:endParaRPr lang="en-US" altLang="ko-KR" sz="2800" b="1" dirty="0">
              <a:latin typeface="Malgun Gothic"/>
              <a:ea typeface="Malgun Gothic"/>
              <a:cs typeface="Calibri"/>
            </a:endParaRPr>
          </a:p>
          <a:p>
            <a:r>
              <a:rPr lang="en-US" altLang="ko-KR" sz="2800" b="1" dirty="0">
                <a:latin typeface="Malgun Gothic"/>
                <a:ea typeface="Malgun Gothic"/>
                <a:cs typeface="Calibri"/>
              </a:rPr>
              <a:t>'</a:t>
            </a:r>
            <a:r>
              <a:rPr lang="en-US" altLang="ko-KR" sz="2800" b="1" dirty="0" err="1">
                <a:latin typeface="Malgun Gothic"/>
                <a:ea typeface="Malgun Gothic"/>
                <a:cs typeface="Calibri"/>
              </a:rPr>
              <a:t>이미</a:t>
            </a:r>
            <a:r>
              <a:rPr lang="en-US" altLang="ko-KR" sz="2800" b="1" dirty="0">
                <a:latin typeface="Malgun Gothic"/>
                <a:ea typeface="Malgun Gothic"/>
                <a:cs typeface="Calibri"/>
              </a:rPr>
              <a:t> </a:t>
            </a:r>
            <a:r>
              <a:rPr lang="en-US" altLang="ko-KR" sz="2800" b="1" dirty="0" err="1">
                <a:latin typeface="Malgun Gothic"/>
                <a:ea typeface="Malgun Gothic"/>
                <a:cs typeface="Calibri"/>
              </a:rPr>
              <a:t>그리고</a:t>
            </a:r>
            <a:r>
              <a:rPr lang="en-US" altLang="ko-KR" sz="2800" b="1" dirty="0">
                <a:latin typeface="Malgun Gothic"/>
                <a:ea typeface="Malgun Gothic"/>
                <a:cs typeface="Calibri"/>
              </a:rPr>
              <a:t> </a:t>
            </a:r>
            <a:r>
              <a:rPr lang="en-US" altLang="ko-KR" sz="2800" b="1" dirty="0" err="1">
                <a:latin typeface="Malgun Gothic"/>
                <a:ea typeface="Malgun Gothic"/>
                <a:cs typeface="Calibri"/>
              </a:rPr>
              <a:t>영원히'세상을</a:t>
            </a:r>
            <a:r>
              <a:rPr lang="en-US" altLang="ko-KR" sz="2800" b="1" dirty="0">
                <a:latin typeface="Malgun Gothic"/>
                <a:ea typeface="Malgun Gothic"/>
                <a:cs typeface="Calibri"/>
              </a:rPr>
              <a:t> </a:t>
            </a:r>
            <a:r>
              <a:rPr lang="en-US" altLang="ko-KR" sz="2800" b="1" dirty="0" err="1">
                <a:latin typeface="Malgun Gothic"/>
                <a:ea typeface="Malgun Gothic"/>
                <a:cs typeface="Calibri"/>
              </a:rPr>
              <a:t>이기신</a:t>
            </a:r>
            <a:r>
              <a:rPr lang="en-US" altLang="ko-KR" sz="2800" b="1" dirty="0">
                <a:latin typeface="Malgun Gothic"/>
                <a:ea typeface="Malgun Gothic"/>
                <a:cs typeface="Calibri"/>
              </a:rPr>
              <a:t> </a:t>
            </a:r>
            <a:r>
              <a:rPr lang="en-US" altLang="ko-KR" sz="2800" b="1" dirty="0" err="1">
                <a:latin typeface="Malgun Gothic"/>
                <a:ea typeface="Malgun Gothic"/>
                <a:cs typeface="Calibri"/>
              </a:rPr>
              <a:t>그리스도님</a:t>
            </a:r>
            <a:r>
              <a:rPr lang="en-US" altLang="ko-KR" sz="2800" b="1" dirty="0">
                <a:latin typeface="Malgun Gothic"/>
                <a:ea typeface="Malgun Gothic"/>
                <a:cs typeface="Calibri"/>
              </a:rPr>
              <a:t>, </a:t>
            </a:r>
          </a:p>
          <a:p>
            <a:r>
              <a:rPr lang="en-US" altLang="ko-KR" sz="2800" b="1" dirty="0">
                <a:latin typeface="Malgun Gothic"/>
                <a:ea typeface="Malgun Gothic"/>
                <a:cs typeface="Calibri"/>
              </a:rPr>
              <a:t>"</a:t>
            </a:r>
            <a:r>
              <a:rPr lang="en-US" altLang="ko-KR" sz="2800" b="1" dirty="0" err="1">
                <a:latin typeface="Malgun Gothic"/>
                <a:ea typeface="Malgun Gothic"/>
                <a:cs typeface="Calibri"/>
              </a:rPr>
              <a:t>용기를</a:t>
            </a:r>
            <a:r>
              <a:rPr lang="en-US" altLang="ko-KR" sz="2800" b="1" dirty="0">
                <a:latin typeface="Malgun Gothic"/>
                <a:ea typeface="Malgun Gothic"/>
                <a:cs typeface="Calibri"/>
              </a:rPr>
              <a:t> </a:t>
            </a:r>
            <a:r>
              <a:rPr lang="en-US" altLang="ko-KR" sz="2800" b="1" dirty="0" err="1">
                <a:latin typeface="Malgun Gothic"/>
                <a:ea typeface="Malgun Gothic"/>
                <a:cs typeface="Calibri"/>
              </a:rPr>
              <a:t>내어라</a:t>
            </a:r>
            <a:r>
              <a:rPr lang="en-US" altLang="ko-KR" sz="2800" b="1" dirty="0">
                <a:latin typeface="Malgun Gothic"/>
                <a:ea typeface="Malgun Gothic"/>
                <a:cs typeface="Calibri"/>
              </a:rPr>
              <a:t>."</a:t>
            </a:r>
            <a:r>
              <a:rPr lang="en-US" altLang="ko-KR" sz="2800" b="1" dirty="0" err="1">
                <a:latin typeface="Malgun Gothic"/>
                <a:ea typeface="Malgun Gothic"/>
                <a:cs typeface="Calibri"/>
              </a:rPr>
              <a:t>하신</a:t>
            </a:r>
            <a:r>
              <a:rPr lang="en-US" altLang="ko-KR" sz="2800" b="1" dirty="0">
                <a:latin typeface="Malgun Gothic"/>
                <a:ea typeface="Malgun Gothic"/>
                <a:cs typeface="Calibri"/>
              </a:rPr>
              <a:t> </a:t>
            </a:r>
            <a:r>
              <a:rPr lang="en-US" altLang="ko-KR" sz="2800" b="1" dirty="0" err="1">
                <a:latin typeface="Malgun Gothic"/>
                <a:ea typeface="Malgun Gothic"/>
                <a:cs typeface="Calibri"/>
              </a:rPr>
              <a:t>당신의</a:t>
            </a:r>
            <a:r>
              <a:rPr lang="en-US" altLang="ko-KR" sz="2800" b="1" dirty="0">
                <a:latin typeface="Malgun Gothic"/>
                <a:ea typeface="Malgun Gothic"/>
                <a:cs typeface="Calibri"/>
              </a:rPr>
              <a:t> </a:t>
            </a:r>
            <a:r>
              <a:rPr lang="en-US" altLang="ko-KR" sz="2800" b="1" dirty="0" err="1">
                <a:latin typeface="Malgun Gothic"/>
                <a:ea typeface="Malgun Gothic"/>
                <a:cs typeface="Calibri"/>
              </a:rPr>
              <a:t>말씀</a:t>
            </a:r>
            <a:r>
              <a:rPr lang="en-US" altLang="ko-KR" sz="2800" b="1" dirty="0">
                <a:latin typeface="Malgun Gothic"/>
                <a:ea typeface="Malgun Gothic"/>
                <a:cs typeface="Calibri"/>
              </a:rPr>
              <a:t> </a:t>
            </a:r>
            <a:r>
              <a:rPr lang="en-US" altLang="ko-KR" sz="2800" b="1" dirty="0" err="1">
                <a:latin typeface="Malgun Gothic"/>
                <a:ea typeface="Malgun Gothic"/>
                <a:cs typeface="Calibri"/>
              </a:rPr>
              <a:t>안에서</a:t>
            </a:r>
            <a:r>
              <a:rPr lang="en-US" altLang="ko-KR" sz="2800" b="1" dirty="0">
                <a:latin typeface="Malgun Gothic"/>
                <a:ea typeface="Malgun Gothic"/>
                <a:cs typeface="Calibri"/>
              </a:rPr>
              <a:t> </a:t>
            </a:r>
          </a:p>
          <a:p>
            <a:r>
              <a:rPr lang="en-US" altLang="ko-KR" sz="2800" b="1" dirty="0" err="1">
                <a:latin typeface="Malgun Gothic"/>
                <a:ea typeface="Malgun Gothic"/>
                <a:cs typeface="Calibri"/>
              </a:rPr>
              <a:t>온</a:t>
            </a:r>
            <a:r>
              <a:rPr lang="en-US" altLang="ko-KR" sz="2800" b="1" dirty="0">
                <a:latin typeface="Malgun Gothic"/>
                <a:ea typeface="Malgun Gothic"/>
                <a:cs typeface="Calibri"/>
              </a:rPr>
              <a:t> </a:t>
            </a:r>
            <a:r>
              <a:rPr lang="en-US" altLang="ko-KR" sz="2800" b="1" dirty="0" err="1">
                <a:latin typeface="Malgun Gothic"/>
                <a:ea typeface="Malgun Gothic"/>
                <a:cs typeface="Calibri"/>
              </a:rPr>
              <a:t>세상</a:t>
            </a:r>
            <a:r>
              <a:rPr lang="en-US" altLang="ko-KR" sz="2800" b="1" dirty="0">
                <a:latin typeface="Malgun Gothic"/>
                <a:ea typeface="Malgun Gothic"/>
                <a:cs typeface="Calibri"/>
              </a:rPr>
              <a:t> </a:t>
            </a:r>
            <a:r>
              <a:rPr lang="en-US" altLang="ko-KR" sz="2800" b="1" dirty="0" err="1">
                <a:latin typeface="Malgun Gothic"/>
                <a:ea typeface="Malgun Gothic"/>
                <a:cs typeface="Calibri"/>
              </a:rPr>
              <a:t>모든</a:t>
            </a:r>
            <a:r>
              <a:rPr lang="en-US" altLang="ko-KR" sz="2800" b="1" dirty="0">
                <a:latin typeface="Malgun Gothic"/>
                <a:ea typeface="Malgun Gothic"/>
                <a:cs typeface="Calibri"/>
              </a:rPr>
              <a:t> </a:t>
            </a:r>
            <a:r>
              <a:rPr lang="en-US" altLang="ko-KR" sz="2800" b="1" dirty="0" err="1">
                <a:latin typeface="Malgun Gothic"/>
                <a:ea typeface="Malgun Gothic"/>
                <a:cs typeface="Calibri"/>
              </a:rPr>
              <a:t>이가</a:t>
            </a:r>
            <a:r>
              <a:rPr lang="en-US" altLang="ko-KR" sz="2800" b="1" dirty="0">
                <a:latin typeface="Malgun Gothic"/>
                <a:ea typeface="Malgun Gothic"/>
                <a:cs typeface="Calibri"/>
              </a:rPr>
              <a:t> </a:t>
            </a:r>
            <a:r>
              <a:rPr lang="en-US" altLang="ko-KR" sz="2800" b="1" dirty="0" err="1">
                <a:latin typeface="Malgun Gothic"/>
                <a:ea typeface="Malgun Gothic"/>
                <a:cs typeface="Calibri"/>
              </a:rPr>
              <a:t>희망을</a:t>
            </a:r>
            <a:r>
              <a:rPr lang="en-US" altLang="ko-KR" sz="2800" b="1" dirty="0">
                <a:latin typeface="Malgun Gothic"/>
                <a:ea typeface="Malgun Gothic"/>
                <a:cs typeface="Calibri"/>
              </a:rPr>
              <a:t> </a:t>
            </a:r>
            <a:r>
              <a:rPr lang="en-US" altLang="ko-KR" sz="2800" b="1" dirty="0" err="1">
                <a:latin typeface="Malgun Gothic"/>
                <a:ea typeface="Malgun Gothic"/>
                <a:cs typeface="Calibri"/>
              </a:rPr>
              <a:t>발견하고</a:t>
            </a:r>
            <a:r>
              <a:rPr lang="en-US" altLang="ko-KR" sz="2800" b="1" dirty="0">
                <a:latin typeface="Malgun Gothic"/>
                <a:ea typeface="Malgun Gothic"/>
                <a:cs typeface="Calibri"/>
              </a:rPr>
              <a:t>, </a:t>
            </a:r>
          </a:p>
          <a:p>
            <a:r>
              <a:rPr lang="en-US" altLang="ko-KR" sz="2800" b="1" dirty="0" err="1">
                <a:latin typeface="Malgun Gothic"/>
                <a:ea typeface="Malgun Gothic"/>
                <a:cs typeface="Calibri"/>
              </a:rPr>
              <a:t>사랑과</a:t>
            </a:r>
            <a:r>
              <a:rPr lang="en-US" altLang="ko-KR" sz="2800" b="1" dirty="0">
                <a:latin typeface="Malgun Gothic"/>
                <a:ea typeface="Malgun Gothic"/>
                <a:cs typeface="Calibri"/>
              </a:rPr>
              <a:t> </a:t>
            </a:r>
            <a:r>
              <a:rPr lang="en-US" altLang="ko-KR" sz="2800" b="1" dirty="0" err="1">
                <a:latin typeface="Malgun Gothic"/>
                <a:ea typeface="Malgun Gothic"/>
                <a:cs typeface="Calibri"/>
              </a:rPr>
              <a:t>용</a:t>
            </a:r>
            <a:r>
              <a:rPr lang="ko-KR" altLang="en-US" sz="2800" b="1">
                <a:latin typeface="Malgun Gothic"/>
                <a:ea typeface="Malgun Gothic"/>
                <a:cs typeface="Calibri"/>
              </a:rPr>
              <a:t>서</a:t>
            </a:r>
            <a:r>
              <a:rPr lang="en-US" altLang="ko-KR" sz="2800" b="1">
                <a:latin typeface="Malgun Gothic"/>
                <a:ea typeface="Malgun Gothic"/>
                <a:cs typeface="Calibri"/>
              </a:rPr>
              <a:t>의</a:t>
            </a:r>
            <a:r>
              <a:rPr lang="en-US" altLang="ko-KR" sz="2800" b="1" dirty="0">
                <a:latin typeface="Malgun Gothic"/>
                <a:ea typeface="Malgun Gothic"/>
                <a:cs typeface="Calibri"/>
              </a:rPr>
              <a:t> </a:t>
            </a:r>
            <a:r>
              <a:rPr lang="en-US" altLang="ko-KR" sz="2800" b="1" dirty="0" err="1">
                <a:latin typeface="Malgun Gothic"/>
                <a:ea typeface="Malgun Gothic"/>
                <a:cs typeface="Calibri"/>
              </a:rPr>
              <a:t>십자가가</a:t>
            </a:r>
            <a:r>
              <a:rPr lang="en-US" altLang="ko-KR" sz="2800" b="1" dirty="0">
                <a:latin typeface="Malgun Gothic"/>
                <a:ea typeface="Malgun Gothic"/>
                <a:cs typeface="Calibri"/>
              </a:rPr>
              <a:t> </a:t>
            </a:r>
            <a:r>
              <a:rPr lang="en-US" altLang="ko-KR" sz="2800" b="1" dirty="0" err="1">
                <a:latin typeface="Malgun Gothic"/>
                <a:ea typeface="Malgun Gothic"/>
                <a:cs typeface="Calibri"/>
              </a:rPr>
              <a:t>세상에</a:t>
            </a:r>
            <a:r>
              <a:rPr lang="en-US" altLang="ko-KR" sz="2800" b="1" dirty="0">
                <a:latin typeface="Malgun Gothic"/>
                <a:ea typeface="Malgun Gothic"/>
                <a:cs typeface="Calibri"/>
              </a:rPr>
              <a:t> </a:t>
            </a:r>
            <a:r>
              <a:rPr lang="en-US" altLang="ko-KR" sz="2800" b="1" dirty="0" err="1">
                <a:latin typeface="Malgun Gothic"/>
                <a:ea typeface="Malgun Gothic"/>
                <a:cs typeface="Calibri"/>
              </a:rPr>
              <a:t>대한</a:t>
            </a:r>
            <a:r>
              <a:rPr lang="en-US" altLang="ko-KR" sz="2800" b="1" dirty="0">
                <a:latin typeface="Malgun Gothic"/>
                <a:ea typeface="Malgun Gothic"/>
                <a:cs typeface="Calibri"/>
              </a:rPr>
              <a:t> </a:t>
            </a:r>
            <a:r>
              <a:rPr lang="en-US" altLang="ko-KR" sz="2800" b="1" dirty="0" err="1">
                <a:latin typeface="Malgun Gothic"/>
                <a:ea typeface="Malgun Gothic"/>
                <a:cs typeface="Calibri"/>
              </a:rPr>
              <a:t>승리임을</a:t>
            </a:r>
            <a:r>
              <a:rPr lang="en-US" altLang="ko-KR" sz="2800" b="1" dirty="0">
                <a:latin typeface="Malgun Gothic"/>
                <a:ea typeface="Malgun Gothic"/>
                <a:cs typeface="Calibri"/>
              </a:rPr>
              <a:t> </a:t>
            </a:r>
            <a:r>
              <a:rPr lang="en-US" altLang="ko-KR" sz="2800" b="1" dirty="0" err="1">
                <a:latin typeface="Malgun Gothic"/>
                <a:ea typeface="Malgun Gothic"/>
                <a:cs typeface="Calibri"/>
              </a:rPr>
              <a:t>깨닫게</a:t>
            </a:r>
            <a:r>
              <a:rPr lang="en-US" altLang="ko-KR" sz="2800" b="1" dirty="0">
                <a:latin typeface="Malgun Gothic"/>
                <a:ea typeface="Malgun Gothic"/>
                <a:cs typeface="Calibri"/>
              </a:rPr>
              <a:t> </a:t>
            </a:r>
            <a:r>
              <a:rPr lang="en-US" altLang="ko-KR" sz="2800" b="1" dirty="0" err="1">
                <a:latin typeface="Malgun Gothic"/>
                <a:ea typeface="Malgun Gothic"/>
                <a:cs typeface="Calibri"/>
              </a:rPr>
              <a:t>하소서</a:t>
            </a:r>
            <a:r>
              <a:rPr lang="en-US" altLang="ko-KR" sz="2800" b="1" dirty="0">
                <a:latin typeface="Malgun Gothic"/>
                <a:ea typeface="Malgun Gothic"/>
                <a:cs typeface="Calibri"/>
              </a:rPr>
              <a:t>. </a:t>
            </a:r>
          </a:p>
          <a:p>
            <a:endParaRPr lang="ko-KR" altLang="en-US" sz="2800" b="1" dirty="0">
              <a:latin typeface="Malgun Gothic"/>
              <a:ea typeface="Malgun Gothic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7084762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B8600E-627A-2054-91FD-225DC776CF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그림 6" descr="/Users/SUNDAYSCHOOL/Library/Group Containers/L48J367XN4.com.infraware.PolarisOfficeSA/EngineTemp/5598/fImage42362064871912.png">
            <a:extLst>
              <a:ext uri="{FF2B5EF4-FFF2-40B4-BE49-F238E27FC236}">
                <a16:creationId xmlns:a16="http://schemas.microsoft.com/office/drawing/2014/main" id="{CCE3B714-A111-1869-374A-F963CEDA5540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9210" y="0"/>
            <a:ext cx="12190095" cy="6859270"/>
          </a:xfrm>
          <a:prstGeom prst="rect">
            <a:avLst/>
          </a:prstGeom>
          <a:noFill/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5B074B3A-B2D8-D21E-A004-5786A9C3AADF}"/>
              </a:ext>
            </a:extLst>
          </p:cNvPr>
          <p:cNvSpPr txBox="1"/>
          <p:nvPr/>
        </p:nvSpPr>
        <p:spPr>
          <a:xfrm>
            <a:off x="744625" y="289568"/>
            <a:ext cx="10633660" cy="892552"/>
          </a:xfrm>
          <a:prstGeom prst="rect">
            <a:avLst/>
          </a:prstGeom>
          <a:noFill/>
          <a:ln w="19050">
            <a:noFill/>
          </a:ln>
        </p:spPr>
        <p:txBody>
          <a:bodyPr vert="horz" wrap="square" lIns="60960" tIns="30480" rIns="60960" bIns="30480" anchor="t">
            <a:spAutoFit/>
          </a:bodyPr>
          <a:lstStyle/>
          <a:p>
            <a:pPr algn="ctr" defTabSz="608965" latinLnBrk="0">
              <a:defRPr/>
            </a:pPr>
            <a:r>
              <a:rPr lang="ko-KR" altLang="en-US" sz="5400" b="1">
                <a:solidFill>
                  <a:schemeClr val="bg1">
                    <a:lumMod val="50000"/>
                    <a:lumOff val="0"/>
                  </a:schemeClr>
                </a:solidFill>
                <a:latin typeface="맑은 고딕"/>
                <a:ea typeface="맑은 고딕"/>
              </a:rPr>
              <a:t>세계 청년대회 공식 기도문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89693660-2718-9EF7-1015-DBB6B7543FCE}"/>
              </a:ext>
            </a:extLst>
          </p:cNvPr>
          <p:cNvSpPr txBox="1">
            <a:spLocks/>
          </p:cNvSpPr>
          <p:nvPr/>
        </p:nvSpPr>
        <p:spPr>
          <a:xfrm>
            <a:off x="196757" y="1898805"/>
            <a:ext cx="11797015" cy="4826634"/>
          </a:xfrm>
          <a:prstGeom prst="rect">
            <a:avLst/>
          </a:prstGeom>
        </p:spPr>
        <p:txBody>
          <a:bodyPr vert="horz" wrap="square" lIns="60960" tIns="30480" rIns="60960" bIns="30480" rtlCol="0" anchor="ctr">
            <a:noAutofit/>
          </a:bodyPr>
          <a:lstStyle>
            <a:lvl1pPr algn="ctr" defTabSz="608990" rtl="0" eaLnBrk="1" latinLnBrk="0" hangingPunct="1">
              <a:spcBef>
                <a:spcPct val="0"/>
              </a:spcBef>
              <a:buNone/>
              <a:defRPr sz="29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2800" b="1" err="1">
                <a:latin typeface="Malgun Gothic"/>
                <a:ea typeface="Malgun Gothic"/>
                <a:cs typeface="Calibri"/>
              </a:rPr>
              <a:t>사랑의</a:t>
            </a:r>
            <a:r>
              <a:rPr lang="en-US" altLang="ko-KR" sz="2800" b="1">
                <a:latin typeface="Malgun Gothic"/>
                <a:ea typeface="Malgun Gothic"/>
                <a:cs typeface="Calibri"/>
              </a:rPr>
              <a:t> </a:t>
            </a:r>
            <a:r>
              <a:rPr lang="en-US" altLang="ko-KR" sz="2800" b="1" err="1">
                <a:latin typeface="Malgun Gothic"/>
                <a:ea typeface="Malgun Gothic"/>
                <a:cs typeface="Calibri"/>
              </a:rPr>
              <a:t>불꽃이신</a:t>
            </a:r>
            <a:r>
              <a:rPr lang="en-US" altLang="ko-KR" sz="2800" b="1">
                <a:latin typeface="Malgun Gothic"/>
                <a:ea typeface="Malgun Gothic"/>
                <a:cs typeface="Calibri"/>
              </a:rPr>
              <a:t> </a:t>
            </a:r>
            <a:r>
              <a:rPr lang="en-US" altLang="ko-KR" sz="2800" b="1" err="1">
                <a:latin typeface="Malgun Gothic"/>
                <a:ea typeface="Malgun Gothic"/>
                <a:cs typeface="Calibri"/>
              </a:rPr>
              <a:t>성령님</a:t>
            </a:r>
            <a:r>
              <a:rPr lang="en-US" altLang="ko-KR" sz="2800" b="1">
                <a:latin typeface="Malgun Gothic"/>
                <a:ea typeface="Malgun Gothic"/>
                <a:cs typeface="Calibri"/>
              </a:rPr>
              <a:t>,</a:t>
            </a:r>
          </a:p>
          <a:p>
            <a:r>
              <a:rPr lang="en-US" altLang="ko-KR" sz="2800" b="1">
                <a:latin typeface="Malgun Gothic"/>
                <a:ea typeface="Malgun Gothic"/>
                <a:cs typeface="Calibri"/>
              </a:rPr>
              <a:t>당신의 놀라운 손길로 이 땅에 </a:t>
            </a:r>
            <a:r>
              <a:rPr lang="en-US" altLang="ko-KR" sz="2800" b="1" err="1">
                <a:latin typeface="Malgun Gothic"/>
                <a:ea typeface="Malgun Gothic"/>
                <a:cs typeface="Calibri"/>
              </a:rPr>
              <a:t>복음의</a:t>
            </a:r>
            <a:r>
              <a:rPr lang="en-US" altLang="ko-KR" sz="2800" b="1">
                <a:latin typeface="Malgun Gothic"/>
                <a:ea typeface="Malgun Gothic"/>
                <a:cs typeface="Calibri"/>
              </a:rPr>
              <a:t> </a:t>
            </a:r>
            <a:r>
              <a:rPr lang="en-US" altLang="ko-KR" sz="2800" b="1" err="1">
                <a:latin typeface="Malgun Gothic"/>
                <a:ea typeface="Malgun Gothic"/>
                <a:cs typeface="Calibri"/>
              </a:rPr>
              <a:t>씨앗을</a:t>
            </a:r>
            <a:r>
              <a:rPr lang="en-US" altLang="ko-KR" sz="2800" b="1">
                <a:latin typeface="Malgun Gothic"/>
                <a:ea typeface="Malgun Gothic"/>
                <a:cs typeface="Calibri"/>
              </a:rPr>
              <a:t> </a:t>
            </a:r>
            <a:r>
              <a:rPr lang="en-US" altLang="ko-KR" sz="2800" b="1" err="1">
                <a:latin typeface="Malgun Gothic"/>
                <a:ea typeface="Malgun Gothic"/>
                <a:cs typeface="Calibri"/>
              </a:rPr>
              <a:t>심으셨으니</a:t>
            </a:r>
            <a:endParaRPr lang="en-US" altLang="ko-KR" sz="2800" b="1">
              <a:latin typeface="Malgun Gothic"/>
              <a:ea typeface="Malgun Gothic"/>
              <a:cs typeface="Calibri"/>
            </a:endParaRPr>
          </a:p>
          <a:p>
            <a:endParaRPr lang="en-US" altLang="ko-KR" sz="2800" b="1">
              <a:latin typeface="Malgun Gothic"/>
              <a:ea typeface="Malgun Gothic"/>
              <a:cs typeface="Calibri"/>
            </a:endParaRPr>
          </a:p>
          <a:p>
            <a:r>
              <a:rPr lang="en-US" altLang="ko-KR" sz="2800" b="1" err="1">
                <a:latin typeface="Malgun Gothic"/>
                <a:ea typeface="Malgun Gothic"/>
                <a:cs typeface="Calibri"/>
              </a:rPr>
              <a:t>한국</a:t>
            </a:r>
            <a:r>
              <a:rPr lang="en-US" altLang="ko-KR" sz="2800" b="1">
                <a:latin typeface="Malgun Gothic"/>
                <a:ea typeface="Malgun Gothic"/>
                <a:cs typeface="Calibri"/>
              </a:rPr>
              <a:t> </a:t>
            </a:r>
            <a:r>
              <a:rPr lang="en-US" altLang="ko-KR" sz="2800" b="1" err="1">
                <a:latin typeface="Malgun Gothic"/>
                <a:ea typeface="Malgun Gothic"/>
                <a:cs typeface="Calibri"/>
              </a:rPr>
              <a:t>순교</a:t>
            </a:r>
            <a:r>
              <a:rPr lang="en-US" altLang="ko-KR" sz="2800" b="1">
                <a:latin typeface="Malgun Gothic"/>
                <a:ea typeface="Malgun Gothic"/>
                <a:cs typeface="Calibri"/>
              </a:rPr>
              <a:t> </a:t>
            </a:r>
            <a:r>
              <a:rPr lang="en-US" altLang="ko-KR" sz="2800" b="1" err="1">
                <a:latin typeface="Malgun Gothic"/>
                <a:ea typeface="Malgun Gothic"/>
                <a:cs typeface="Calibri"/>
              </a:rPr>
              <a:t>성인들의</a:t>
            </a:r>
            <a:r>
              <a:rPr lang="en-US" altLang="ko-KR" sz="2800" b="1">
                <a:latin typeface="Malgun Gothic"/>
                <a:ea typeface="Malgun Gothic"/>
                <a:cs typeface="Calibri"/>
              </a:rPr>
              <a:t> </a:t>
            </a:r>
            <a:r>
              <a:rPr lang="en-US" altLang="ko-KR" sz="2800" b="1" err="1">
                <a:latin typeface="Malgun Gothic"/>
                <a:ea typeface="Malgun Gothic"/>
                <a:cs typeface="Calibri"/>
              </a:rPr>
              <a:t>믿음이</a:t>
            </a:r>
            <a:r>
              <a:rPr lang="en-US" altLang="ko-KR" sz="2800" b="1">
                <a:latin typeface="Malgun Gothic"/>
                <a:ea typeface="Malgun Gothic"/>
                <a:cs typeface="Calibri"/>
              </a:rPr>
              <a:t> </a:t>
            </a:r>
            <a:r>
              <a:rPr lang="en-US" altLang="ko-KR" sz="2800" b="1" err="1">
                <a:latin typeface="Malgun Gothic"/>
                <a:ea typeface="Malgun Gothic"/>
                <a:cs typeface="Calibri"/>
              </a:rPr>
              <a:t>저희</a:t>
            </a:r>
            <a:r>
              <a:rPr lang="en-US" altLang="ko-KR" sz="2800" b="1">
                <a:latin typeface="Malgun Gothic"/>
                <a:ea typeface="Malgun Gothic"/>
                <a:cs typeface="Calibri"/>
              </a:rPr>
              <a:t> </a:t>
            </a:r>
            <a:r>
              <a:rPr lang="en-US" altLang="ko-KR" sz="2800" b="1" err="1">
                <a:latin typeface="Malgun Gothic"/>
                <a:ea typeface="Malgun Gothic"/>
                <a:cs typeface="Calibri"/>
              </a:rPr>
              <a:t>가슴에도</a:t>
            </a:r>
            <a:r>
              <a:rPr lang="en-US" altLang="ko-KR" sz="2800" b="1">
                <a:latin typeface="Malgun Gothic"/>
                <a:ea typeface="Malgun Gothic"/>
                <a:cs typeface="Calibri"/>
              </a:rPr>
              <a:t> </a:t>
            </a:r>
            <a:r>
              <a:rPr lang="en-US" altLang="ko-KR" sz="2800" b="1" err="1">
                <a:latin typeface="Malgun Gothic"/>
                <a:ea typeface="Malgun Gothic"/>
                <a:cs typeface="Calibri"/>
              </a:rPr>
              <a:t>타올라</a:t>
            </a:r>
            <a:r>
              <a:rPr lang="en-US" altLang="ko-KR" sz="2800" b="1">
                <a:latin typeface="Malgun Gothic"/>
                <a:ea typeface="Malgun Gothic"/>
                <a:cs typeface="Calibri"/>
              </a:rPr>
              <a:t> </a:t>
            </a:r>
          </a:p>
          <a:p>
            <a:r>
              <a:rPr lang="en-US" altLang="ko-KR" sz="2800" b="1" err="1">
                <a:latin typeface="Malgun Gothic"/>
                <a:ea typeface="Malgun Gothic"/>
                <a:cs typeface="Calibri"/>
              </a:rPr>
              <a:t>평화와</a:t>
            </a:r>
            <a:r>
              <a:rPr lang="en-US" altLang="ko-KR" sz="2800" b="1">
                <a:latin typeface="Malgun Gothic"/>
                <a:ea typeface="Malgun Gothic"/>
                <a:cs typeface="Calibri"/>
              </a:rPr>
              <a:t> </a:t>
            </a:r>
            <a:r>
              <a:rPr lang="en-US" altLang="ko-KR" sz="2800" b="1" err="1">
                <a:latin typeface="Malgun Gothic"/>
                <a:ea typeface="Malgun Gothic"/>
                <a:cs typeface="Calibri"/>
              </a:rPr>
              <a:t>사랑과</a:t>
            </a:r>
            <a:r>
              <a:rPr lang="en-US" altLang="ko-KR" sz="2800" b="1">
                <a:latin typeface="Malgun Gothic"/>
                <a:ea typeface="Malgun Gothic"/>
                <a:cs typeface="Calibri"/>
              </a:rPr>
              <a:t> </a:t>
            </a:r>
            <a:r>
              <a:rPr lang="en-US" altLang="ko-KR" sz="2800" b="1" err="1">
                <a:latin typeface="Malgun Gothic"/>
                <a:ea typeface="Malgun Gothic"/>
                <a:cs typeface="Calibri"/>
              </a:rPr>
              <a:t>진리의</a:t>
            </a:r>
            <a:r>
              <a:rPr lang="en-US" altLang="ko-KR" sz="2800" b="1">
                <a:latin typeface="Malgun Gothic"/>
                <a:ea typeface="Malgun Gothic"/>
                <a:cs typeface="Calibri"/>
              </a:rPr>
              <a:t> </a:t>
            </a:r>
            <a:r>
              <a:rPr lang="en-US" altLang="ko-KR" sz="2800" b="1" err="1">
                <a:latin typeface="Malgun Gothic"/>
                <a:ea typeface="Malgun Gothic"/>
                <a:cs typeface="Calibri"/>
              </a:rPr>
              <a:t>복음을</a:t>
            </a:r>
            <a:r>
              <a:rPr lang="en-US" altLang="ko-KR" sz="2800" b="1">
                <a:latin typeface="Malgun Gothic"/>
                <a:ea typeface="Malgun Gothic"/>
                <a:cs typeface="Calibri"/>
              </a:rPr>
              <a:t> </a:t>
            </a:r>
            <a:r>
              <a:rPr lang="en-US" altLang="ko-KR" sz="2800" b="1" err="1">
                <a:latin typeface="Malgun Gothic"/>
                <a:ea typeface="Malgun Gothic"/>
                <a:cs typeface="Calibri"/>
              </a:rPr>
              <a:t>살아가는</a:t>
            </a:r>
            <a:r>
              <a:rPr lang="en-US" altLang="ko-KR" sz="2800" b="1">
                <a:latin typeface="Malgun Gothic"/>
                <a:ea typeface="Malgun Gothic"/>
                <a:cs typeface="Calibri"/>
              </a:rPr>
              <a:t> </a:t>
            </a:r>
            <a:r>
              <a:rPr lang="en-US" altLang="ko-KR" sz="2800" b="1" err="1">
                <a:latin typeface="Malgun Gothic"/>
                <a:ea typeface="Malgun Gothic"/>
                <a:cs typeface="Calibri"/>
              </a:rPr>
              <a:t>제자가</a:t>
            </a:r>
            <a:r>
              <a:rPr lang="en-US" altLang="ko-KR" sz="2800" b="1">
                <a:latin typeface="Malgun Gothic"/>
                <a:ea typeface="Malgun Gothic"/>
                <a:cs typeface="Calibri"/>
              </a:rPr>
              <a:t> </a:t>
            </a:r>
            <a:r>
              <a:rPr lang="en-US" altLang="ko-KR" sz="2800" b="1" err="1">
                <a:latin typeface="Malgun Gothic"/>
                <a:ea typeface="Malgun Gothic"/>
                <a:cs typeface="Calibri"/>
              </a:rPr>
              <a:t>되게</a:t>
            </a:r>
            <a:r>
              <a:rPr lang="en-US" altLang="ko-KR" sz="2800" b="1">
                <a:latin typeface="Malgun Gothic"/>
                <a:ea typeface="Malgun Gothic"/>
                <a:cs typeface="Calibri"/>
              </a:rPr>
              <a:t> </a:t>
            </a:r>
            <a:r>
              <a:rPr lang="en-US" altLang="ko-KR" sz="2800" b="1" err="1">
                <a:latin typeface="Malgun Gothic"/>
                <a:ea typeface="Malgun Gothic"/>
                <a:cs typeface="Calibri"/>
              </a:rPr>
              <a:t>하소서</a:t>
            </a:r>
            <a:r>
              <a:rPr lang="en-US" altLang="ko-KR" sz="2800" b="1">
                <a:latin typeface="Malgun Gothic"/>
                <a:ea typeface="Malgun Gothic"/>
                <a:cs typeface="Calibri"/>
              </a:rPr>
              <a:t>. </a:t>
            </a:r>
          </a:p>
          <a:p>
            <a:endParaRPr lang="en-US" altLang="ko-KR" sz="2800" b="1">
              <a:latin typeface="Malgun Gothic"/>
              <a:ea typeface="Malgun Gothic"/>
              <a:cs typeface="Calibri"/>
            </a:endParaRPr>
          </a:p>
          <a:p>
            <a:r>
              <a:rPr lang="en-US" altLang="ko-KR" sz="2800" b="1" err="1">
                <a:latin typeface="Malgun Gothic"/>
                <a:ea typeface="Malgun Gothic"/>
                <a:cs typeface="Calibri"/>
              </a:rPr>
              <a:t>주님</a:t>
            </a:r>
            <a:r>
              <a:rPr lang="en-US" altLang="ko-KR" sz="2800" b="1">
                <a:latin typeface="Malgun Gothic"/>
                <a:ea typeface="Malgun Gothic"/>
                <a:cs typeface="Calibri"/>
              </a:rPr>
              <a:t>, 이 </a:t>
            </a:r>
            <a:r>
              <a:rPr lang="en-US" altLang="ko-KR" sz="2800" b="1" err="1">
                <a:latin typeface="Malgun Gothic"/>
                <a:ea typeface="Malgun Gothic"/>
                <a:cs typeface="Calibri"/>
              </a:rPr>
              <a:t>세계</a:t>
            </a:r>
            <a:r>
              <a:rPr lang="en-US" altLang="ko-KR" sz="2800" b="1">
                <a:latin typeface="Malgun Gothic"/>
                <a:ea typeface="Malgun Gothic"/>
                <a:cs typeface="Calibri"/>
              </a:rPr>
              <a:t> </a:t>
            </a:r>
            <a:r>
              <a:rPr lang="en-US" altLang="ko-KR" sz="2800" b="1" err="1">
                <a:latin typeface="Malgun Gothic"/>
                <a:ea typeface="Malgun Gothic"/>
                <a:cs typeface="Calibri"/>
              </a:rPr>
              <a:t>청년</a:t>
            </a:r>
            <a:r>
              <a:rPr lang="en-US" altLang="ko-KR" sz="2800" b="1">
                <a:latin typeface="Malgun Gothic"/>
                <a:ea typeface="Malgun Gothic"/>
                <a:cs typeface="Calibri"/>
              </a:rPr>
              <a:t> </a:t>
            </a:r>
            <a:r>
              <a:rPr lang="en-US" altLang="ko-KR" sz="2800" b="1" err="1">
                <a:latin typeface="Malgun Gothic"/>
                <a:ea typeface="Malgun Gothic"/>
                <a:cs typeface="Calibri"/>
              </a:rPr>
              <a:t>대회의</a:t>
            </a:r>
            <a:r>
              <a:rPr lang="en-US" altLang="ko-KR" sz="2800" b="1">
                <a:latin typeface="Malgun Gothic"/>
                <a:ea typeface="Malgun Gothic"/>
                <a:cs typeface="Calibri"/>
              </a:rPr>
              <a:t> </a:t>
            </a:r>
            <a:r>
              <a:rPr lang="en-US" altLang="ko-KR" sz="2800" b="1" err="1">
                <a:latin typeface="Malgun Gothic"/>
                <a:ea typeface="Malgun Gothic"/>
                <a:cs typeface="Calibri"/>
              </a:rPr>
              <a:t>순례</a:t>
            </a:r>
            <a:r>
              <a:rPr lang="en-US" altLang="ko-KR" sz="2800" b="1">
                <a:latin typeface="Malgun Gothic"/>
                <a:ea typeface="Malgun Gothic"/>
                <a:cs typeface="Calibri"/>
              </a:rPr>
              <a:t> </a:t>
            </a:r>
            <a:r>
              <a:rPr lang="en-US" altLang="ko-KR" sz="2800" b="1" err="1">
                <a:latin typeface="Malgun Gothic"/>
                <a:ea typeface="Malgun Gothic"/>
                <a:cs typeface="Calibri"/>
              </a:rPr>
              <a:t>여정을</a:t>
            </a:r>
            <a:r>
              <a:rPr lang="en-US" altLang="ko-KR" sz="2800" b="1">
                <a:latin typeface="Malgun Gothic"/>
                <a:ea typeface="Malgun Gothic"/>
                <a:cs typeface="Calibri"/>
              </a:rPr>
              <a:t> </a:t>
            </a:r>
            <a:r>
              <a:rPr lang="en-US" altLang="ko-KR" sz="2800" b="1" err="1">
                <a:latin typeface="Malgun Gothic"/>
                <a:ea typeface="Malgun Gothic"/>
                <a:cs typeface="Calibri"/>
              </a:rPr>
              <a:t>통해</a:t>
            </a:r>
            <a:endParaRPr lang="en-US" altLang="ko-KR" sz="2800" b="1">
              <a:latin typeface="Malgun Gothic"/>
              <a:ea typeface="Malgun Gothic"/>
              <a:cs typeface="Calibri"/>
            </a:endParaRPr>
          </a:p>
          <a:p>
            <a:r>
              <a:rPr lang="en-US" altLang="ko-KR" sz="2800" b="1" err="1">
                <a:latin typeface="Malgun Gothic"/>
                <a:ea typeface="Malgun Gothic"/>
                <a:cs typeface="Calibri"/>
              </a:rPr>
              <a:t>저희</a:t>
            </a:r>
            <a:r>
              <a:rPr lang="en-US" altLang="ko-KR" sz="2800" b="1">
                <a:latin typeface="Malgun Gothic"/>
                <a:ea typeface="Malgun Gothic"/>
                <a:cs typeface="Calibri"/>
              </a:rPr>
              <a:t> </a:t>
            </a:r>
            <a:r>
              <a:rPr lang="en-US" altLang="ko-KR" sz="2800" b="1" err="1">
                <a:latin typeface="Malgun Gothic"/>
                <a:ea typeface="Malgun Gothic"/>
                <a:cs typeface="Calibri"/>
              </a:rPr>
              <a:t>모두가</a:t>
            </a:r>
            <a:r>
              <a:rPr lang="en-US" altLang="ko-KR" sz="2800" b="1">
                <a:latin typeface="Malgun Gothic"/>
                <a:ea typeface="Malgun Gothic"/>
                <a:cs typeface="Calibri"/>
              </a:rPr>
              <a:t> </a:t>
            </a:r>
            <a:r>
              <a:rPr lang="en-US" altLang="ko-KR" sz="2800" b="1" err="1">
                <a:latin typeface="Malgun Gothic"/>
                <a:ea typeface="Malgun Gothic"/>
                <a:cs typeface="Calibri"/>
              </a:rPr>
              <a:t>서로의</a:t>
            </a:r>
            <a:r>
              <a:rPr lang="en-US" altLang="ko-KR" sz="2800" b="1">
                <a:latin typeface="Malgun Gothic"/>
                <a:ea typeface="Malgun Gothic"/>
                <a:cs typeface="Calibri"/>
              </a:rPr>
              <a:t> </a:t>
            </a:r>
            <a:r>
              <a:rPr lang="en-US" altLang="ko-KR" sz="2800" b="1" err="1">
                <a:latin typeface="Malgun Gothic"/>
                <a:ea typeface="Malgun Gothic"/>
                <a:cs typeface="Calibri"/>
              </a:rPr>
              <a:t>목소리를</a:t>
            </a:r>
            <a:r>
              <a:rPr lang="en-US" altLang="ko-KR" sz="2800" b="1">
                <a:latin typeface="Malgun Gothic"/>
                <a:ea typeface="Malgun Gothic"/>
                <a:cs typeface="Calibri"/>
              </a:rPr>
              <a:t> </a:t>
            </a:r>
            <a:r>
              <a:rPr lang="en-US" altLang="ko-KR" sz="2800" b="1" err="1">
                <a:latin typeface="Malgun Gothic"/>
                <a:ea typeface="Malgun Gothic"/>
                <a:cs typeface="Calibri"/>
              </a:rPr>
              <a:t>경청하고</a:t>
            </a:r>
            <a:r>
              <a:rPr lang="en-US" altLang="ko-KR" sz="2800" b="1">
                <a:latin typeface="Malgun Gothic"/>
                <a:ea typeface="Malgun Gothic"/>
                <a:cs typeface="Calibri"/>
              </a:rPr>
              <a:t> </a:t>
            </a:r>
          </a:p>
          <a:p>
            <a:endParaRPr lang="en-US" altLang="ko-KR" sz="2800" b="1">
              <a:latin typeface="Malgun Gothic"/>
              <a:ea typeface="Malgun Gothic"/>
              <a:cs typeface="Calibri"/>
            </a:endParaRPr>
          </a:p>
          <a:p>
            <a:r>
              <a:rPr lang="en-US" altLang="ko-KR" sz="2800" b="1">
                <a:latin typeface="Malgun Gothic"/>
                <a:ea typeface="Malgun Gothic"/>
                <a:cs typeface="Calibri"/>
              </a:rPr>
              <a:t>그 </a:t>
            </a:r>
            <a:r>
              <a:rPr lang="en-US" altLang="ko-KR" sz="2800" b="1" err="1">
                <a:latin typeface="Malgun Gothic"/>
                <a:ea typeface="Malgun Gothic"/>
                <a:cs typeface="Calibri"/>
              </a:rPr>
              <a:t>안에서</a:t>
            </a:r>
            <a:r>
              <a:rPr lang="en-US" altLang="ko-KR" sz="2800" b="1">
                <a:latin typeface="Malgun Gothic"/>
                <a:ea typeface="Malgun Gothic"/>
                <a:cs typeface="Calibri"/>
              </a:rPr>
              <a:t> </a:t>
            </a:r>
            <a:r>
              <a:rPr lang="en-US" altLang="ko-KR" sz="2800" b="1" err="1">
                <a:latin typeface="Malgun Gothic"/>
                <a:ea typeface="Malgun Gothic"/>
                <a:cs typeface="Calibri"/>
              </a:rPr>
              <a:t>당신의</a:t>
            </a:r>
            <a:r>
              <a:rPr lang="en-US" altLang="ko-KR" sz="2800" b="1">
                <a:latin typeface="Malgun Gothic"/>
                <a:ea typeface="Malgun Gothic"/>
                <a:cs typeface="Calibri"/>
              </a:rPr>
              <a:t> </a:t>
            </a:r>
            <a:r>
              <a:rPr lang="en-US" altLang="ko-KR" sz="2800" b="1" err="1">
                <a:latin typeface="Malgun Gothic"/>
                <a:ea typeface="Malgun Gothic"/>
                <a:cs typeface="Calibri"/>
              </a:rPr>
              <a:t>뜻을</a:t>
            </a:r>
            <a:r>
              <a:rPr lang="en-US" altLang="ko-KR" sz="2800" b="1">
                <a:latin typeface="Malgun Gothic"/>
                <a:ea typeface="Malgun Gothic"/>
                <a:cs typeface="Calibri"/>
              </a:rPr>
              <a:t> </a:t>
            </a:r>
            <a:r>
              <a:rPr lang="en-US" altLang="ko-KR" sz="2800" b="1" err="1">
                <a:latin typeface="Malgun Gothic"/>
                <a:ea typeface="Malgun Gothic"/>
                <a:cs typeface="Calibri"/>
              </a:rPr>
              <a:t>찾으며</a:t>
            </a:r>
            <a:r>
              <a:rPr lang="en-US" altLang="ko-KR" sz="2800" b="1">
                <a:latin typeface="Malgun Gothic"/>
                <a:ea typeface="Malgun Gothic"/>
                <a:cs typeface="Calibri"/>
              </a:rPr>
              <a:t>, </a:t>
            </a:r>
          </a:p>
          <a:p>
            <a:r>
              <a:rPr lang="en-US" altLang="ko-KR" sz="2800" b="1">
                <a:latin typeface="Malgun Gothic"/>
                <a:ea typeface="Malgun Gothic"/>
                <a:cs typeface="Calibri"/>
              </a:rPr>
              <a:t>모든 하느님 백성이 </a:t>
            </a:r>
            <a:r>
              <a:rPr lang="en-US" altLang="ko-KR" sz="2800" b="1" err="1">
                <a:latin typeface="Malgun Gothic"/>
                <a:ea typeface="Malgun Gothic"/>
                <a:cs typeface="Calibri"/>
              </a:rPr>
              <a:t>함께</a:t>
            </a:r>
            <a:r>
              <a:rPr lang="en-US" altLang="ko-KR" sz="2800" b="1">
                <a:latin typeface="Malgun Gothic"/>
                <a:ea typeface="Malgun Gothic"/>
                <a:cs typeface="Calibri"/>
              </a:rPr>
              <a:t> </a:t>
            </a:r>
            <a:r>
              <a:rPr lang="en-US" altLang="ko-KR" sz="2800" b="1" err="1">
                <a:latin typeface="Malgun Gothic"/>
                <a:ea typeface="Malgun Gothic"/>
                <a:cs typeface="Calibri"/>
              </a:rPr>
              <a:t>걷는</a:t>
            </a:r>
            <a:r>
              <a:rPr lang="en-US" altLang="ko-KR" sz="2800" b="1">
                <a:latin typeface="Malgun Gothic"/>
                <a:ea typeface="Malgun Gothic"/>
                <a:cs typeface="Calibri"/>
              </a:rPr>
              <a:t> </a:t>
            </a:r>
            <a:r>
              <a:rPr lang="en-US" altLang="ko-KR" sz="2800" b="1" err="1">
                <a:latin typeface="Malgun Gothic"/>
                <a:ea typeface="Malgun Gothic"/>
                <a:cs typeface="Calibri"/>
              </a:rPr>
              <a:t>시노드</a:t>
            </a:r>
            <a:r>
              <a:rPr lang="en-US" altLang="ko-KR" sz="2800" b="1">
                <a:latin typeface="Malgun Gothic"/>
                <a:ea typeface="Malgun Gothic"/>
                <a:cs typeface="Calibri"/>
              </a:rPr>
              <a:t> </a:t>
            </a:r>
            <a:r>
              <a:rPr lang="en-US" altLang="ko-KR" sz="2800" b="1" err="1">
                <a:latin typeface="Malgun Gothic"/>
                <a:ea typeface="Malgun Gothic"/>
                <a:cs typeface="Calibri"/>
              </a:rPr>
              <a:t>교회가</a:t>
            </a:r>
            <a:r>
              <a:rPr lang="en-US" altLang="ko-KR" sz="2800" b="1">
                <a:latin typeface="Malgun Gothic"/>
                <a:ea typeface="Malgun Gothic"/>
                <a:cs typeface="Calibri"/>
              </a:rPr>
              <a:t> </a:t>
            </a:r>
            <a:r>
              <a:rPr lang="en-US" altLang="ko-KR" sz="2800" b="1" err="1">
                <a:latin typeface="Malgun Gothic"/>
                <a:ea typeface="Malgun Gothic"/>
                <a:cs typeface="Calibri"/>
              </a:rPr>
              <a:t>되게</a:t>
            </a:r>
            <a:r>
              <a:rPr lang="en-US" altLang="ko-KR" sz="2800" b="1">
                <a:latin typeface="Malgun Gothic"/>
                <a:ea typeface="Malgun Gothic"/>
                <a:cs typeface="Calibri"/>
              </a:rPr>
              <a:t> </a:t>
            </a:r>
            <a:r>
              <a:rPr lang="en-US" altLang="ko-KR" sz="2800" b="1" err="1">
                <a:latin typeface="Malgun Gothic"/>
                <a:ea typeface="Malgun Gothic"/>
                <a:cs typeface="Calibri"/>
              </a:rPr>
              <a:t>하소서</a:t>
            </a:r>
            <a:r>
              <a:rPr lang="en-US" altLang="ko-KR" sz="2800" b="1">
                <a:latin typeface="Malgun Gothic"/>
                <a:ea typeface="Malgun Gothic"/>
                <a:cs typeface="Calibri"/>
              </a:rPr>
              <a:t>. </a:t>
            </a:r>
            <a:r>
              <a:rPr lang="en-US" altLang="ko-KR" sz="2800" b="1" err="1">
                <a:latin typeface="Malgun Gothic"/>
                <a:ea typeface="Malgun Gothic"/>
                <a:cs typeface="Calibri"/>
              </a:rPr>
              <a:t>아멘</a:t>
            </a:r>
            <a:endParaRPr lang="en-US" altLang="ko-KR" sz="2800" b="1">
              <a:latin typeface="Malgun Gothic"/>
              <a:ea typeface="Malgun Gothic"/>
              <a:cs typeface="Calibri"/>
            </a:endParaRPr>
          </a:p>
          <a:p>
            <a:endParaRPr lang="en-US" altLang="ko-KR" sz="2800" b="1">
              <a:latin typeface="Malgun Gothic"/>
              <a:ea typeface="Malgun Gothic"/>
              <a:cs typeface="Calibri"/>
            </a:endParaRPr>
          </a:p>
          <a:p>
            <a:endParaRPr lang="en-US" altLang="ko-KR" sz="3600" b="1">
              <a:latin typeface="Malgun Gothic"/>
              <a:ea typeface="Malgun Gothic"/>
              <a:cs typeface="Calibri"/>
            </a:endParaRPr>
          </a:p>
          <a:p>
            <a:endParaRPr lang="en-US" altLang="ko-KR" sz="2800" b="1">
              <a:latin typeface="Malgun Gothic"/>
              <a:ea typeface="Malgun Gothic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1190896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2DDE70-4950-628D-EB42-C40A9A7E93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그림 6" descr="/Users/SUNDAYSCHOOL/Library/Group Containers/L48J367XN4.com.infraware.PolarisOfficeSA/EngineTemp/5598/fImage42362064871912.png">
            <a:extLst>
              <a:ext uri="{FF2B5EF4-FFF2-40B4-BE49-F238E27FC236}">
                <a16:creationId xmlns:a16="http://schemas.microsoft.com/office/drawing/2014/main" id="{A7734B0C-89E7-679F-9386-16259BA03DC5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6390" y="0"/>
            <a:ext cx="11539855" cy="6859270"/>
          </a:xfrm>
          <a:prstGeom prst="rect">
            <a:avLst/>
          </a:prstGeom>
          <a:noFill/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142E8B1B-7DF6-2470-7E2B-F59D3046E874}"/>
              </a:ext>
            </a:extLst>
          </p:cNvPr>
          <p:cNvSpPr txBox="1"/>
          <p:nvPr/>
        </p:nvSpPr>
        <p:spPr>
          <a:xfrm>
            <a:off x="744625" y="289568"/>
            <a:ext cx="10633660" cy="892552"/>
          </a:xfrm>
          <a:prstGeom prst="rect">
            <a:avLst/>
          </a:prstGeom>
          <a:noFill/>
          <a:ln w="19050">
            <a:noFill/>
          </a:ln>
        </p:spPr>
        <p:txBody>
          <a:bodyPr vert="horz" wrap="square" lIns="60960" tIns="30480" rIns="60960" bIns="30480" anchor="t">
            <a:spAutoFit/>
          </a:bodyPr>
          <a:lstStyle/>
          <a:p>
            <a:pPr algn="ctr" defTabSz="608965" latinLnBrk="0">
              <a:defRPr/>
            </a:pPr>
            <a:r>
              <a:rPr lang="ko-KR" altLang="en-US" sz="5400" b="1">
                <a:solidFill>
                  <a:schemeClr val="bg1">
                    <a:lumMod val="50000"/>
                    <a:lumOff val="0"/>
                  </a:schemeClr>
                </a:solidFill>
                <a:latin typeface="맑은 고딕"/>
                <a:ea typeface="맑은 고딕"/>
              </a:rPr>
              <a:t>세계 청년대회 공식 기도문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2339237C-61E8-7605-6988-0EFDCA609C2A}"/>
              </a:ext>
            </a:extLst>
          </p:cNvPr>
          <p:cNvSpPr txBox="1">
            <a:spLocks/>
          </p:cNvSpPr>
          <p:nvPr/>
        </p:nvSpPr>
        <p:spPr>
          <a:xfrm>
            <a:off x="328837" y="1350165"/>
            <a:ext cx="11299175" cy="5324474"/>
          </a:xfrm>
          <a:prstGeom prst="rect">
            <a:avLst/>
          </a:prstGeom>
        </p:spPr>
        <p:txBody>
          <a:bodyPr vert="horz" wrap="square" lIns="60960" tIns="30480" rIns="60960" bIns="30480" rtlCol="0" anchor="ctr">
            <a:normAutofit/>
          </a:bodyPr>
          <a:lstStyle>
            <a:lvl1pPr algn="ctr" defTabSz="608990" rtl="0" eaLnBrk="1" latinLnBrk="0" hangingPunct="1">
              <a:spcBef>
                <a:spcPct val="0"/>
              </a:spcBef>
              <a:buNone/>
              <a:defRPr sz="29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altLang="ko-KR" sz="3600" b="1" dirty="0">
              <a:latin typeface="Malgun Gothic"/>
              <a:ea typeface="Malgun Gothic"/>
              <a:cs typeface="Calibri"/>
            </a:endParaRPr>
          </a:p>
          <a:p>
            <a:endParaRPr lang="en-US" altLang="ko-KR" sz="3600" b="1" dirty="0">
              <a:latin typeface="Malgun Gothic"/>
              <a:ea typeface="Malgun Gothic"/>
              <a:cs typeface="Calibri"/>
            </a:endParaRPr>
          </a:p>
          <a:p>
            <a:r>
              <a:rPr lang="en-US" altLang="ko-KR" sz="3600" b="1" dirty="0">
                <a:latin typeface="Malgun Gothic"/>
                <a:ea typeface="Malgun Gothic"/>
                <a:cs typeface="Calibri"/>
              </a:rPr>
              <a:t>○ </a:t>
            </a:r>
            <a:r>
              <a:rPr lang="en-US" altLang="ko-KR" sz="3600" b="1" dirty="0" err="1">
                <a:latin typeface="Malgun Gothic"/>
                <a:ea typeface="Malgun Gothic"/>
                <a:cs typeface="Calibri"/>
              </a:rPr>
              <a:t>자비와</a:t>
            </a:r>
            <a:r>
              <a:rPr lang="en-US" altLang="ko-KR" sz="3600" b="1" dirty="0">
                <a:latin typeface="Malgun Gothic"/>
                <a:ea typeface="Malgun Gothic"/>
                <a:cs typeface="Calibri"/>
              </a:rPr>
              <a:t> </a:t>
            </a:r>
            <a:r>
              <a:rPr lang="en-US" altLang="ko-KR" sz="3600" b="1" dirty="0" err="1">
                <a:latin typeface="Malgun Gothic"/>
                <a:ea typeface="Malgun Gothic"/>
                <a:cs typeface="Calibri"/>
              </a:rPr>
              <a:t>평화의</a:t>
            </a:r>
            <a:r>
              <a:rPr lang="en-US" altLang="ko-KR" sz="3600" b="1" dirty="0">
                <a:latin typeface="Malgun Gothic"/>
                <a:ea typeface="Malgun Gothic"/>
                <a:cs typeface="Calibri"/>
              </a:rPr>
              <a:t> </a:t>
            </a:r>
            <a:r>
              <a:rPr lang="en-US" altLang="ko-KR" sz="3600" b="1" dirty="0" err="1">
                <a:latin typeface="Malgun Gothic"/>
                <a:ea typeface="Malgun Gothic"/>
                <a:cs typeface="Calibri"/>
              </a:rPr>
              <a:t>모후이시여</a:t>
            </a:r>
            <a:r>
              <a:rPr lang="en-US" altLang="ko-KR" sz="3600" b="1" dirty="0">
                <a:latin typeface="Malgun Gothic"/>
                <a:ea typeface="Malgun Gothic"/>
                <a:cs typeface="Calibri"/>
              </a:rPr>
              <a:t>,</a:t>
            </a:r>
          </a:p>
          <a:p>
            <a:endParaRPr lang="en-US" altLang="ko-KR" sz="3600" b="1" dirty="0">
              <a:latin typeface="Malgun Gothic"/>
              <a:ea typeface="Malgun Gothic"/>
              <a:cs typeface="Calibri"/>
            </a:endParaRPr>
          </a:p>
          <a:p>
            <a:r>
              <a:rPr lang="en-US" altLang="ko-KR" sz="3600" b="1" dirty="0">
                <a:latin typeface="Malgun Gothic"/>
                <a:ea typeface="Malgun Gothic"/>
                <a:cs typeface="Calibri"/>
              </a:rPr>
              <a:t>◎ </a:t>
            </a:r>
            <a:r>
              <a:rPr lang="en-US" altLang="ko-KR" sz="3600" b="1" dirty="0" err="1">
                <a:latin typeface="Malgun Gothic"/>
                <a:ea typeface="Malgun Gothic"/>
                <a:cs typeface="Calibri"/>
              </a:rPr>
              <a:t>저희를</a:t>
            </a:r>
            <a:r>
              <a:rPr lang="en-US" altLang="ko-KR" sz="3600" b="1" dirty="0">
                <a:latin typeface="Malgun Gothic"/>
                <a:ea typeface="Malgun Gothic"/>
                <a:cs typeface="Calibri"/>
              </a:rPr>
              <a:t> </a:t>
            </a:r>
            <a:r>
              <a:rPr lang="en-US" altLang="ko-KR" sz="3600" b="1" dirty="0" err="1">
                <a:latin typeface="Malgun Gothic"/>
                <a:ea typeface="Malgun Gothic"/>
                <a:cs typeface="Calibri"/>
              </a:rPr>
              <a:t>위하여</a:t>
            </a:r>
            <a:r>
              <a:rPr lang="en-US" altLang="ko-KR" sz="3600" b="1" dirty="0">
                <a:latin typeface="Malgun Gothic"/>
                <a:ea typeface="Malgun Gothic"/>
                <a:cs typeface="Calibri"/>
              </a:rPr>
              <a:t> </a:t>
            </a:r>
            <a:r>
              <a:rPr lang="en-US" altLang="ko-KR" sz="3600" b="1" dirty="0" err="1">
                <a:latin typeface="Malgun Gothic"/>
                <a:ea typeface="Malgun Gothic"/>
                <a:cs typeface="Calibri"/>
              </a:rPr>
              <a:t>빌어주소서</a:t>
            </a:r>
            <a:r>
              <a:rPr lang="en-US" altLang="ko-KR" sz="3600" b="1" dirty="0">
                <a:latin typeface="Malgun Gothic"/>
                <a:ea typeface="Malgun Gothic"/>
                <a:cs typeface="Calibri"/>
              </a:rPr>
              <a:t>. </a:t>
            </a:r>
          </a:p>
          <a:p>
            <a:endParaRPr lang="en-US" altLang="ko-KR" sz="3600" b="1" dirty="0">
              <a:latin typeface="Malgun Gothic"/>
              <a:ea typeface="Malgun Gothic"/>
              <a:cs typeface="Calibri"/>
            </a:endParaRPr>
          </a:p>
          <a:p>
            <a:r>
              <a:rPr lang="en-US" sz="3600" b="1" dirty="0">
                <a:latin typeface="Malgun Gothic"/>
                <a:ea typeface="Malgun Gothic"/>
                <a:cs typeface="Calibri"/>
              </a:rPr>
              <a:t>○</a:t>
            </a:r>
            <a:r>
              <a:rPr lang="ko-KR" altLang="en-US" sz="3600" b="1" dirty="0">
                <a:latin typeface="Malgun Gothic"/>
                <a:ea typeface="Malgun Gothic"/>
                <a:cs typeface="Calibri"/>
              </a:rPr>
              <a:t>서울</a:t>
            </a:r>
            <a:r>
              <a:rPr lang="en-US" sz="3600" b="1" dirty="0">
                <a:latin typeface="Malgun Gothic"/>
                <a:ea typeface="Malgun Gothic"/>
                <a:cs typeface="Calibri"/>
              </a:rPr>
              <a:t> </a:t>
            </a:r>
            <a:r>
              <a:rPr lang="ko-KR" altLang="en-US" sz="3600" b="1" dirty="0">
                <a:latin typeface="Malgun Gothic"/>
                <a:ea typeface="Malgun Gothic"/>
                <a:cs typeface="Calibri"/>
              </a:rPr>
              <a:t>세계청년대회의</a:t>
            </a:r>
            <a:r>
              <a:rPr lang="en-US" sz="3600" b="1" dirty="0">
                <a:latin typeface="Malgun Gothic"/>
                <a:ea typeface="Malgun Gothic"/>
                <a:cs typeface="Calibri"/>
              </a:rPr>
              <a:t> </a:t>
            </a:r>
            <a:r>
              <a:rPr lang="ko-KR" altLang="en-US" sz="3600" b="1" dirty="0" err="1">
                <a:latin typeface="Malgun Gothic"/>
                <a:ea typeface="Malgun Gothic"/>
                <a:cs typeface="Calibri"/>
              </a:rPr>
              <a:t>주보성인들이여</a:t>
            </a:r>
            <a:r>
              <a:rPr lang="ko-KR" altLang="en-US" sz="3600" b="1" dirty="0">
                <a:latin typeface="Malgun Gothic"/>
                <a:ea typeface="Malgun Gothic"/>
                <a:cs typeface="Calibri"/>
              </a:rPr>
              <a:t>,</a:t>
            </a:r>
          </a:p>
          <a:p>
            <a:endParaRPr lang="ko-KR" altLang="en-US" sz="3600" b="1" dirty="0">
              <a:latin typeface="Malgun Gothic"/>
              <a:ea typeface="Malgun Gothic"/>
              <a:cs typeface="Calibri"/>
            </a:endParaRPr>
          </a:p>
          <a:p>
            <a:r>
              <a:rPr lang="en-US" altLang="ko-KR" sz="3600" b="1" dirty="0">
                <a:latin typeface="Malgun Gothic"/>
                <a:ea typeface="Malgun Gothic"/>
                <a:cs typeface="Calibri"/>
              </a:rPr>
              <a:t>◎ </a:t>
            </a:r>
            <a:r>
              <a:rPr lang="en-US" altLang="ko-KR" sz="3600" b="1" dirty="0" err="1">
                <a:latin typeface="Malgun Gothic"/>
                <a:ea typeface="Malgun Gothic"/>
                <a:cs typeface="Calibri"/>
              </a:rPr>
              <a:t>모든</a:t>
            </a:r>
            <a:r>
              <a:rPr lang="en-US" altLang="ko-KR" sz="3600" b="1" dirty="0">
                <a:latin typeface="Malgun Gothic"/>
                <a:ea typeface="Malgun Gothic"/>
                <a:cs typeface="Calibri"/>
              </a:rPr>
              <a:t> </a:t>
            </a:r>
            <a:r>
              <a:rPr lang="en-US" altLang="ko-KR" sz="3600" b="1" dirty="0" err="1">
                <a:latin typeface="Malgun Gothic"/>
                <a:ea typeface="Malgun Gothic"/>
                <a:cs typeface="Calibri"/>
              </a:rPr>
              <a:t>젊은이들을</a:t>
            </a:r>
            <a:r>
              <a:rPr lang="en-US" altLang="ko-KR" sz="3600" b="1" dirty="0">
                <a:latin typeface="Malgun Gothic"/>
                <a:ea typeface="Malgun Gothic"/>
                <a:cs typeface="Calibri"/>
              </a:rPr>
              <a:t> </a:t>
            </a:r>
            <a:r>
              <a:rPr lang="en-US" altLang="ko-KR" sz="3600" b="1" dirty="0" err="1">
                <a:latin typeface="Malgun Gothic"/>
                <a:ea typeface="Malgun Gothic"/>
                <a:cs typeface="Calibri"/>
              </a:rPr>
              <a:t>위하여</a:t>
            </a:r>
            <a:r>
              <a:rPr lang="en-US" altLang="ko-KR" sz="3600" b="1" dirty="0">
                <a:latin typeface="Malgun Gothic"/>
                <a:ea typeface="Malgun Gothic"/>
                <a:cs typeface="Calibri"/>
              </a:rPr>
              <a:t> </a:t>
            </a:r>
            <a:r>
              <a:rPr lang="en-US" altLang="ko-KR" sz="3600" b="1" dirty="0" err="1">
                <a:latin typeface="Malgun Gothic"/>
                <a:ea typeface="Malgun Gothic"/>
                <a:cs typeface="Calibri"/>
              </a:rPr>
              <a:t>빌어주소서</a:t>
            </a:r>
            <a:r>
              <a:rPr lang="en-US" altLang="ko-KR" sz="3600" b="1" dirty="0">
                <a:latin typeface="Malgun Gothic"/>
                <a:ea typeface="Malgun Gothic"/>
                <a:cs typeface="Calibri"/>
              </a:rPr>
              <a:t>. </a:t>
            </a:r>
          </a:p>
          <a:p>
            <a:endParaRPr lang="ko-KR" altLang="en-US" sz="3600" b="1" dirty="0">
              <a:latin typeface="Malgun Gothic"/>
              <a:ea typeface="Malgun Gothic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6315001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그림 135" descr="/Users/SUNDAYSCHOOL/Library/Group Containers/L48J367XN4.com.infraware.PolarisOfficeSA/EngineTemp/5598/fImage42362068108515.png"/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6390" y="0"/>
            <a:ext cx="11539855" cy="6859270"/>
          </a:xfrm>
          <a:prstGeom prst="rect">
            <a:avLst/>
          </a:prstGeom>
          <a:noFill/>
        </p:spPr>
      </p:pic>
      <p:sp>
        <p:nvSpPr>
          <p:cNvPr id="2" name="TextBox 1"/>
          <p:cNvSpPr txBox="1"/>
          <p:nvPr/>
        </p:nvSpPr>
        <p:spPr>
          <a:xfrm>
            <a:off x="502942" y="2552472"/>
            <a:ext cx="1118674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5400" b="1"/>
              <a:t>미사가 곧 시작합니다</a:t>
            </a:r>
            <a:r>
              <a:rPr lang="en-US" altLang="ko-KR" sz="5400" b="1"/>
              <a:t>.</a:t>
            </a:r>
          </a:p>
          <a:p>
            <a:pPr algn="ctr"/>
            <a:r>
              <a:rPr lang="ko-KR" altLang="en-US" sz="5400" b="1"/>
              <a:t>지금은 조용히 기도하는 시간입니다</a:t>
            </a:r>
            <a:r>
              <a:rPr lang="en-US" altLang="ko-KR" sz="5400" b="1"/>
              <a:t>.</a:t>
            </a:r>
            <a:endParaRPr lang="ko-KR" altLang="en-US" sz="5400" b="1"/>
          </a:p>
        </p:txBody>
      </p:sp>
    </p:spTree>
    <p:extLst>
      <p:ext uri="{BB962C8B-B14F-4D97-AF65-F5344CB8AC3E}">
        <p14:creationId xmlns:p14="http://schemas.microsoft.com/office/powerpoint/2010/main" val="40351772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번호"/>
          <p:cNvSpPr/>
          <p:nvPr/>
        </p:nvSpPr>
        <p:spPr>
          <a:xfrm>
            <a:off x="0" y="0"/>
            <a:ext cx="1567543" cy="1015663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altLang="ko-KR" sz="6000" b="1" dirty="0"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49</a:t>
            </a:r>
          </a:p>
        </p:txBody>
      </p:sp>
      <p:pic>
        <p:nvPicPr>
          <p:cNvPr id="2" name="성가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288585" y="362414"/>
            <a:ext cx="10903415" cy="6133171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번호"/>
          <p:cNvSpPr/>
          <p:nvPr/>
        </p:nvSpPr>
        <p:spPr>
          <a:xfrm>
            <a:off x="0" y="0"/>
            <a:ext cx="1567543" cy="1015663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altLang="ko-KR" sz="6000" b="1" dirty="0"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49</a:t>
            </a:r>
          </a:p>
        </p:txBody>
      </p:sp>
      <p:pic>
        <p:nvPicPr>
          <p:cNvPr id="2" name="성가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189463" y="468350"/>
            <a:ext cx="11002537" cy="6188927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CEE025-AAA6-7590-3051-9FFEE06FE1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" descr="/Users/SUNDAYSCHOOL/Library/Group Containers/L48J367XN4.com.infraware.PolarisOfficeSA/EngineTemp/5598/fImage22491667798274.jpeg">
            <a:extLst>
              <a:ext uri="{FF2B5EF4-FFF2-40B4-BE49-F238E27FC236}">
                <a16:creationId xmlns:a16="http://schemas.microsoft.com/office/drawing/2014/main" id="{D85F1270-272D-C318-CB9F-2F3D2D5FBE2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2635" cy="6858635"/>
          </a:xfrm>
          <a:prstGeom prst="rect">
            <a:avLst/>
          </a:prstGeom>
          <a:noFill/>
        </p:spPr>
      </p:pic>
      <p:pic>
        <p:nvPicPr>
          <p:cNvPr id="6" name="Picture " descr="/Users/SUNDAYSCHOOL/Library/Group Containers/L48J367XN4.com.infraware.PolarisOfficeSA/EngineTemp/5598/fImage53959437805094.png">
            <a:extLst>
              <a:ext uri="{FF2B5EF4-FFF2-40B4-BE49-F238E27FC236}">
                <a16:creationId xmlns:a16="http://schemas.microsoft.com/office/drawing/2014/main" id="{DFF33B29-1B96-402F-5FBF-1DB7265DA81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326390" y="0"/>
            <a:ext cx="11539855" cy="685927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7409472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그림 17"/>
          <p:cNvPicPr>
            <a:picLocks noChangeAspect="1"/>
          </p:cNvPicPr>
          <p:nvPr/>
        </p:nvPicPr>
        <p:blipFill rotWithShape="1">
          <a:blip r:embed="rId2"/>
          <a:srcRect l="9750" t="1110" r="9750" b="39190"/>
          <a:stretch>
            <a:fillRect/>
          </a:stretch>
        </p:blipFill>
        <p:spPr>
          <a:xfrm>
            <a:off x="0" y="782841"/>
            <a:ext cx="12221681" cy="5292317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그림 18"/>
          <p:cNvPicPr>
            <a:picLocks noChangeAspect="1"/>
          </p:cNvPicPr>
          <p:nvPr/>
        </p:nvPicPr>
        <p:blipFill rotWithShape="1">
          <a:blip r:embed="rId2"/>
          <a:srcRect l="9120" t="1950" r="10300" b="69840"/>
          <a:stretch>
            <a:fillRect/>
          </a:stretch>
        </p:blipFill>
        <p:spPr>
          <a:xfrm>
            <a:off x="0" y="3508068"/>
            <a:ext cx="12192000" cy="2570337"/>
          </a:xfrm>
          <a:prstGeom prst="rect">
            <a:avLst/>
          </a:prstGeom>
        </p:spPr>
      </p:pic>
      <p:pic>
        <p:nvPicPr>
          <p:cNvPr id="20" name="그림 19"/>
          <p:cNvPicPr>
            <a:picLocks noChangeAspect="1"/>
          </p:cNvPicPr>
          <p:nvPr/>
        </p:nvPicPr>
        <p:blipFill rotWithShape="1">
          <a:blip r:embed="rId3"/>
          <a:srcRect l="9750" t="65850" r="10510" b="5980"/>
          <a:stretch>
            <a:fillRect/>
          </a:stretch>
        </p:blipFill>
        <p:spPr>
          <a:xfrm>
            <a:off x="-1" y="993321"/>
            <a:ext cx="12192001" cy="2514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097740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그림 20"/>
          <p:cNvPicPr>
            <a:picLocks noChangeAspect="1"/>
          </p:cNvPicPr>
          <p:nvPr/>
        </p:nvPicPr>
        <p:blipFill rotWithShape="1">
          <a:blip r:embed="rId2"/>
          <a:srcRect l="9270" t="34920" r="10440" b="4880"/>
          <a:stretch>
            <a:fillRect/>
          </a:stretch>
        </p:blipFill>
        <p:spPr>
          <a:xfrm>
            <a:off x="0" y="676141"/>
            <a:ext cx="12192000" cy="5505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492080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그림 18"/>
          <p:cNvPicPr>
            <a:picLocks noChangeAspect="1"/>
          </p:cNvPicPr>
          <p:nvPr/>
        </p:nvPicPr>
        <p:blipFill rotWithShape="1">
          <a:blip r:embed="rId2"/>
          <a:srcRect l="10330" t="2510" r="8240" b="50290"/>
          <a:stretch>
            <a:fillRect/>
          </a:stretch>
        </p:blipFill>
        <p:spPr>
          <a:xfrm>
            <a:off x="0" y="1114198"/>
            <a:ext cx="12191998" cy="46296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36188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그림 18"/>
          <p:cNvPicPr>
            <a:picLocks noChangeAspect="1"/>
          </p:cNvPicPr>
          <p:nvPr/>
        </p:nvPicPr>
        <p:blipFill rotWithShape="1">
          <a:blip r:embed="rId2"/>
          <a:srcRect l="10180" t="50000" r="8090"/>
          <a:stretch>
            <a:fillRect/>
          </a:stretch>
        </p:blipFill>
        <p:spPr>
          <a:xfrm>
            <a:off x="0" y="981573"/>
            <a:ext cx="12211962" cy="48948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148871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그림 19"/>
          <p:cNvPicPr>
            <a:picLocks noChangeAspect="1"/>
          </p:cNvPicPr>
          <p:nvPr/>
        </p:nvPicPr>
        <p:blipFill rotWithShape="1">
          <a:blip r:embed="rId2"/>
          <a:srcRect l="10750" t="1830" r="8300" b="16230"/>
          <a:stretch>
            <a:fillRect/>
          </a:stretch>
        </p:blipFill>
        <p:spPr>
          <a:xfrm>
            <a:off x="403366" y="0"/>
            <a:ext cx="1138526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551126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그림 20"/>
          <p:cNvPicPr>
            <a:picLocks noChangeAspect="1"/>
          </p:cNvPicPr>
          <p:nvPr/>
        </p:nvPicPr>
        <p:blipFill rotWithShape="1">
          <a:blip r:embed="rId2"/>
          <a:srcRect l="10000" t="11490" r="10000" b="44250"/>
          <a:stretch>
            <a:fillRect/>
          </a:stretch>
        </p:blipFill>
        <p:spPr>
          <a:xfrm>
            <a:off x="0" y="1162008"/>
            <a:ext cx="12244073" cy="4533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557888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그림 20"/>
          <p:cNvPicPr>
            <a:picLocks noChangeAspect="1"/>
          </p:cNvPicPr>
          <p:nvPr/>
        </p:nvPicPr>
        <p:blipFill rotWithShape="1">
          <a:blip r:embed="rId2"/>
          <a:srcRect l="9690" t="57220" r="10000" b="1610"/>
          <a:stretch>
            <a:fillRect/>
          </a:stretch>
        </p:blipFill>
        <p:spPr>
          <a:xfrm>
            <a:off x="-13356" y="1332459"/>
            <a:ext cx="12218714" cy="41930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555030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그림 21"/>
          <p:cNvPicPr>
            <a:picLocks noChangeAspect="1"/>
          </p:cNvPicPr>
          <p:nvPr/>
        </p:nvPicPr>
        <p:blipFill rotWithShape="1">
          <a:blip r:embed="rId2"/>
          <a:srcRect l="9290" t="2620" r="10350" b="11930"/>
          <a:stretch>
            <a:fillRect/>
          </a:stretch>
        </p:blipFill>
        <p:spPr>
          <a:xfrm>
            <a:off x="298359" y="0"/>
            <a:ext cx="11595281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258941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그림 22"/>
          <p:cNvPicPr>
            <a:picLocks noChangeAspect="1"/>
          </p:cNvPicPr>
          <p:nvPr/>
        </p:nvPicPr>
        <p:blipFill rotWithShape="1">
          <a:blip r:embed="rId2"/>
          <a:srcRect l="10020" t="5250" r="9250" b="49050"/>
          <a:stretch>
            <a:fillRect/>
          </a:stretch>
        </p:blipFill>
        <p:spPr>
          <a:xfrm>
            <a:off x="0" y="1099813"/>
            <a:ext cx="12171751" cy="46583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713338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그림 22"/>
          <p:cNvPicPr>
            <a:picLocks noChangeAspect="1"/>
          </p:cNvPicPr>
          <p:nvPr/>
        </p:nvPicPr>
        <p:blipFill rotWithShape="1">
          <a:blip r:embed="rId2"/>
          <a:srcRect l="9870" t="51790" r="9410" b="1600"/>
          <a:stretch>
            <a:fillRect/>
          </a:stretch>
        </p:blipFill>
        <p:spPr>
          <a:xfrm>
            <a:off x="-20354" y="1045385"/>
            <a:ext cx="12212354" cy="47672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442040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그림 23"/>
          <p:cNvPicPr>
            <a:picLocks noChangeAspect="1"/>
          </p:cNvPicPr>
          <p:nvPr/>
        </p:nvPicPr>
        <p:blipFill rotWithShape="1">
          <a:blip r:embed="rId2"/>
          <a:srcRect l="10040" r="8770" b="9560"/>
          <a:stretch>
            <a:fillRect/>
          </a:stretch>
        </p:blipFill>
        <p:spPr>
          <a:xfrm>
            <a:off x="304132" y="0"/>
            <a:ext cx="1158373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383967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그림 18"/>
          <p:cNvPicPr>
            <a:picLocks noChangeAspect="1"/>
          </p:cNvPicPr>
          <p:nvPr/>
        </p:nvPicPr>
        <p:blipFill rotWithShape="1">
          <a:blip r:embed="rId2"/>
          <a:srcRect l="9140" t="19640" r="9800" b="20240"/>
          <a:stretch>
            <a:fillRect/>
          </a:stretch>
        </p:blipFill>
        <p:spPr>
          <a:xfrm>
            <a:off x="574522" y="0"/>
            <a:ext cx="11042955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015058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9D3E1D-5426-B7C2-B0B4-E6F1612E8A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" descr="/Users/SUNDAYSCHOOL/Library/Group Containers/L48J367XN4.com.infraware.PolarisOfficeSA/EngineTemp/5598/fImage22491667798274.jpeg">
            <a:extLst>
              <a:ext uri="{FF2B5EF4-FFF2-40B4-BE49-F238E27FC236}">
                <a16:creationId xmlns:a16="http://schemas.microsoft.com/office/drawing/2014/main" id="{E22D7531-5060-C3E8-C522-C8953C1C72C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2635" cy="6858635"/>
          </a:xfrm>
          <a:prstGeom prst="rect">
            <a:avLst/>
          </a:prstGeom>
          <a:noFill/>
        </p:spPr>
      </p:pic>
      <p:pic>
        <p:nvPicPr>
          <p:cNvPr id="6" name="Picture " descr="/Users/SUNDAYSCHOOL/Library/Group Containers/L48J367XN4.com.infraware.PolarisOfficeSA/EngineTemp/5598/fImage53959437805094.png">
            <a:extLst>
              <a:ext uri="{FF2B5EF4-FFF2-40B4-BE49-F238E27FC236}">
                <a16:creationId xmlns:a16="http://schemas.microsoft.com/office/drawing/2014/main" id="{F74C1BF2-C44C-7EE4-D20A-BB9F6FE568B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326390" y="0"/>
            <a:ext cx="11539855" cy="685927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02884840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0330" y="127000"/>
            <a:ext cx="2534920" cy="800100"/>
          </a:xfrm>
          <a:prstGeom prst="rect">
            <a:avLst/>
          </a:prstGeom>
          <a:noFill/>
        </p:spPr>
        <p:txBody>
          <a:bodyPr wrap="square" lIns="60954" tIns="30477" rIns="60954" bIns="30477">
            <a:spAutoFit/>
          </a:bodyPr>
          <a:lstStyle/>
          <a:p>
            <a:pPr algn="ctr">
              <a:defRPr lang="ko-KR"/>
            </a:pPr>
            <a:r>
              <a:rPr lang="ko-KR" altLang="en-US" sz="4800" b="1">
                <a:ln w="28575">
                  <a:solidFill>
                    <a:schemeClr val="bg1"/>
                  </a:solidFill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제</a:t>
            </a:r>
            <a:r>
              <a:rPr lang="en-US" altLang="ko-KR" sz="4800" b="1">
                <a:ln w="28575">
                  <a:solidFill>
                    <a:schemeClr val="bg1"/>
                  </a:solidFill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r>
              <a:rPr lang="ko-KR" altLang="en-US" sz="4800" b="1">
                <a:ln w="28575">
                  <a:solidFill>
                    <a:schemeClr val="bg1"/>
                  </a:solidFill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독서</a:t>
            </a:r>
            <a:endParaRPr lang="ko-KR" altLang="en-US" sz="4800" b="1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058400" y="114935"/>
            <a:ext cx="2013585" cy="431165"/>
          </a:xfrm>
          <a:prstGeom prst="rect">
            <a:avLst/>
          </a:prstGeom>
          <a:noFill/>
        </p:spPr>
        <p:txBody>
          <a:bodyPr wrap="square" lIns="60954" tIns="30477" rIns="60954" bIns="30477">
            <a:spAutoFit/>
          </a:bodyPr>
          <a:lstStyle/>
          <a:p>
            <a:pPr algn="r">
              <a:defRPr lang="ko-KR"/>
            </a:pPr>
            <a:r>
              <a:rPr lang="ko-KR" altLang="en-US" sz="2400" b="1">
                <a:latin typeface="맑은 고딕" panose="020B0503020000020004" pitchFamily="50" charset="-127"/>
                <a:ea typeface="맑은 고딕" panose="020B0503020000020004" pitchFamily="50" charset="-127"/>
              </a:rPr>
              <a:t>말씀 전례</a:t>
            </a:r>
          </a:p>
        </p:txBody>
      </p:sp>
      <p:pic>
        <p:nvPicPr>
          <p:cNvPr id="8" name="그림 76"/>
          <p:cNvPicPr>
            <a:picLocks noChangeAspect="1"/>
          </p:cNvPicPr>
          <p:nvPr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6390" y="0"/>
            <a:ext cx="11539855" cy="6859270"/>
          </a:xfrm>
          <a:prstGeom prst="rect">
            <a:avLst/>
          </a:prstGeom>
          <a:noFill/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557A8091-C37A-6669-2B60-EBC6AABC7E8C}"/>
              </a:ext>
            </a:extLst>
          </p:cNvPr>
          <p:cNvSpPr txBox="1"/>
          <p:nvPr/>
        </p:nvSpPr>
        <p:spPr>
          <a:xfrm>
            <a:off x="153035" y="988059"/>
            <a:ext cx="11888470" cy="4109458"/>
          </a:xfrm>
          <a:prstGeom prst="rect">
            <a:avLst/>
          </a:prstGeom>
          <a:noFill/>
        </p:spPr>
        <p:txBody>
          <a:bodyPr vert="horz" wrap="square" lIns="60960" tIns="30480" rIns="60960" bIns="30480" numCol="1" anchor="t">
            <a:spAutoFit/>
          </a:bodyPr>
          <a:lstStyle>
            <a:lvl1pPr marL="0" indent="0" eaLnBrk="0" latinLnBrk="0" hangingPunct="0">
              <a:lnSpc>
                <a:spcPct val="150000"/>
              </a:lnSpc>
              <a:buFontTx/>
              <a:buNone/>
              <a:defRPr lang="en-GB" altLang="en-US" sz="3600" b="1">
                <a:latin typeface="메이플스토리" charset="0"/>
                <a:ea typeface="메이플스토리" charset="0"/>
              </a:defRPr>
            </a:lvl1pPr>
          </a:lstStyle>
          <a:p>
            <a:r>
              <a:rPr lang="ko-KR" altLang="en-US" dirty="0">
                <a:latin typeface="맑은 고딕"/>
                <a:ea typeface="맑은 고딕"/>
              </a:rPr>
              <a:t>▥ 집회서의 말씀입니다</a:t>
            </a:r>
            <a:r>
              <a:rPr lang="en-US" altLang="ko-KR" dirty="0">
                <a:latin typeface="맑은 고딕"/>
                <a:ea typeface="맑은 고딕"/>
              </a:rPr>
              <a:t>. </a:t>
            </a:r>
            <a:r>
              <a:rPr lang="en-US" altLang="ko-KR" dirty="0">
                <a:latin typeface="Malgun Gothic"/>
                <a:ea typeface="Malgun Gothic"/>
              </a:rPr>
              <a:t>27,30-28,7</a:t>
            </a:r>
            <a:endParaRPr lang="en-US" altLang="ko-KR" sz="1400" b="0" dirty="0">
              <a:solidFill>
                <a:srgbClr val="111111"/>
              </a:solidFill>
              <a:highlight>
                <a:srgbClr val="FFFFFF"/>
              </a:highlight>
              <a:latin typeface="메이플스토리"/>
              <a:ea typeface="맑은 고딕"/>
            </a:endParaRPr>
          </a:p>
          <a:p>
            <a:r>
              <a:rPr lang="ko-KR" altLang="en-US" dirty="0">
                <a:latin typeface="맑은 고딕"/>
                <a:ea typeface="맑은 고딕"/>
              </a:rPr>
              <a:t> </a:t>
            </a:r>
            <a:r>
              <a:rPr lang="en-US" altLang="ko-KR" dirty="0">
                <a:latin typeface="맑은 고딕"/>
                <a:ea typeface="맑은 고딕"/>
              </a:rPr>
              <a:t>...</a:t>
            </a:r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endParaRPr lang="en-US" altLang="ko-KR" sz="36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0" indent="0" latinLnBrk="0">
              <a:buFontTx/>
              <a:buNone/>
            </a:pP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주님의 말씀입니다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</a:p>
          <a:p>
            <a:r>
              <a:rPr lang="en-US" altLang="ko-KR" dirty="0">
                <a:latin typeface="맑은 고딕"/>
                <a:ea typeface="맑은 고딕"/>
              </a:rPr>
              <a:t>◎ </a:t>
            </a:r>
            <a:r>
              <a:rPr lang="ko-KR" altLang="en-US" dirty="0">
                <a:latin typeface="맑은 고딕"/>
                <a:ea typeface="맑은 고딕"/>
              </a:rPr>
              <a:t>하느님</a:t>
            </a:r>
            <a:r>
              <a:rPr lang="en-US" altLang="ko-KR" dirty="0">
                <a:latin typeface="맑은 고딕"/>
                <a:ea typeface="맑은 고딕"/>
              </a:rPr>
              <a:t>, </a:t>
            </a:r>
            <a:r>
              <a:rPr lang="ko-KR" altLang="en-US" dirty="0">
                <a:latin typeface="맑은 고딕"/>
                <a:ea typeface="맑은 고딕"/>
              </a:rPr>
              <a:t>감사합니다</a:t>
            </a:r>
            <a:r>
              <a:rPr lang="en-US" altLang="ko-KR" dirty="0">
                <a:latin typeface="맑은 고딕"/>
                <a:ea typeface="맑은 고딕"/>
              </a:rPr>
              <a:t>. </a:t>
            </a:r>
            <a:endParaRPr lang="en-US" altLang="ko-KR" sz="36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25735472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8" name="그림 80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326390" y="0"/>
            <a:ext cx="11539855" cy="6859270"/>
          </a:xfrm>
          <a:prstGeom prst="rect">
            <a:avLst/>
          </a:prstGeom>
          <a:noFill/>
        </p:spPr>
      </p:pic>
      <p:sp>
        <p:nvSpPr>
          <p:cNvPr id="5" name="TextBox 4"/>
          <p:cNvSpPr txBox="1"/>
          <p:nvPr/>
        </p:nvSpPr>
        <p:spPr>
          <a:xfrm>
            <a:off x="100330" y="127000"/>
            <a:ext cx="2534920" cy="800100"/>
          </a:xfrm>
          <a:prstGeom prst="rect">
            <a:avLst/>
          </a:prstGeom>
          <a:noFill/>
        </p:spPr>
        <p:txBody>
          <a:bodyPr wrap="square" lIns="60954" tIns="30477" rIns="60954" bIns="30477">
            <a:spAutoFit/>
          </a:bodyPr>
          <a:lstStyle/>
          <a:p>
            <a:pPr lvl="0" algn="ctr">
              <a:defRPr lang="ko-KR"/>
            </a:pPr>
            <a:r>
              <a:rPr lang="ko-KR" altLang="en-US" sz="4800" b="1">
                <a:ln w="28575">
                  <a:solidFill>
                    <a:schemeClr val="bg1"/>
                  </a:solidFill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맑은 고딕"/>
                <a:ea typeface="맑은 고딕"/>
              </a:rPr>
              <a:t>화답송</a:t>
            </a:r>
            <a:endParaRPr lang="ko-KR" altLang="en-US" sz="4800" b="1">
              <a:latin typeface="맑은 고딕"/>
              <a:ea typeface="맑은 고딕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058400" y="114935"/>
            <a:ext cx="2013585" cy="431165"/>
          </a:xfrm>
          <a:prstGeom prst="rect">
            <a:avLst/>
          </a:prstGeom>
          <a:noFill/>
        </p:spPr>
        <p:txBody>
          <a:bodyPr wrap="square" lIns="60954" tIns="30477" rIns="60954" bIns="30477">
            <a:spAutoFit/>
          </a:bodyPr>
          <a:lstStyle/>
          <a:p>
            <a:pPr lvl="0" algn="r">
              <a:defRPr lang="ko-KR"/>
            </a:pPr>
            <a:r>
              <a:rPr lang="ko-KR" altLang="en-US" sz="2400" b="1">
                <a:latin typeface="맑은 고딕"/>
                <a:ea typeface="맑은 고딕"/>
              </a:rPr>
              <a:t>말씀 전례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1BD8F44-5CCE-316D-A704-73E8B8FA0D64}"/>
              </a:ext>
            </a:extLst>
          </p:cNvPr>
          <p:cNvSpPr txBox="1"/>
          <p:nvPr/>
        </p:nvSpPr>
        <p:spPr>
          <a:xfrm>
            <a:off x="325755" y="3523218"/>
            <a:ext cx="11539855" cy="16639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3600" b="1" dirty="0">
                <a:latin typeface="맑은 고딕"/>
                <a:ea typeface="맑은 고딕"/>
              </a:rPr>
              <a:t>◎ </a:t>
            </a:r>
            <a:r>
              <a:rPr lang="en-US" altLang="ko-KR" sz="3600" b="1" dirty="0" err="1">
                <a:latin typeface="맑은 고딕"/>
                <a:ea typeface="맑은 고딕"/>
              </a:rPr>
              <a:t>주님은 자비롭고 너그러우시며 분노에는 더디시나 자애는 넘치시네</a:t>
            </a:r>
            <a:r>
              <a:rPr lang="en-US" altLang="ko-KR" sz="3600" b="1" dirty="0">
                <a:latin typeface="맑은 고딕"/>
                <a:ea typeface="맑은 고딕"/>
              </a:rPr>
              <a:t>.</a:t>
            </a:r>
          </a:p>
          <a:p>
            <a:pPr>
              <a:lnSpc>
                <a:spcPct val="150000"/>
              </a:lnSpc>
            </a:pPr>
            <a:endParaRPr lang="ko-Kore-KR" altLang="en-US" sz="3600" b="1" dirty="0"/>
          </a:p>
        </p:txBody>
      </p:sp>
    </p:spTree>
    <p:extLst>
      <p:ext uri="{BB962C8B-B14F-4D97-AF65-F5344CB8AC3E}">
        <p14:creationId xmlns:p14="http://schemas.microsoft.com/office/powerpoint/2010/main" val="249191532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0330" y="127000"/>
            <a:ext cx="2534920" cy="800100"/>
          </a:xfrm>
          <a:prstGeom prst="rect">
            <a:avLst/>
          </a:prstGeom>
          <a:noFill/>
        </p:spPr>
        <p:txBody>
          <a:bodyPr wrap="square" lIns="60954" tIns="30477" rIns="60954" bIns="30477">
            <a:spAutoFit/>
          </a:bodyPr>
          <a:lstStyle/>
          <a:p>
            <a:pPr algn="ctr">
              <a:defRPr lang="ko-KR"/>
            </a:pPr>
            <a:r>
              <a:rPr lang="ko-KR" altLang="en-US" sz="4800" b="1">
                <a:ln w="28575">
                  <a:solidFill>
                    <a:schemeClr val="bg1"/>
                  </a:solidFill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제</a:t>
            </a:r>
            <a:r>
              <a:rPr lang="en-US" altLang="ko-KR" sz="4800" b="1">
                <a:ln w="28575">
                  <a:solidFill>
                    <a:schemeClr val="bg1"/>
                  </a:solidFill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r>
              <a:rPr lang="ko-KR" altLang="en-US" sz="4800" b="1">
                <a:ln w="28575">
                  <a:solidFill>
                    <a:schemeClr val="bg1"/>
                  </a:solidFill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독서</a:t>
            </a:r>
            <a:endParaRPr lang="ko-KR" altLang="en-US" sz="4800" b="1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058400" y="114935"/>
            <a:ext cx="2013585" cy="431165"/>
          </a:xfrm>
          <a:prstGeom prst="rect">
            <a:avLst/>
          </a:prstGeom>
          <a:noFill/>
        </p:spPr>
        <p:txBody>
          <a:bodyPr wrap="square" lIns="60954" tIns="30477" rIns="60954" bIns="30477">
            <a:spAutoFit/>
          </a:bodyPr>
          <a:lstStyle/>
          <a:p>
            <a:pPr algn="r">
              <a:defRPr lang="ko-KR"/>
            </a:pPr>
            <a:r>
              <a:rPr lang="ko-KR" altLang="en-US" sz="2400" b="1">
                <a:latin typeface="맑은 고딕" panose="020B0503020000020004" pitchFamily="50" charset="-127"/>
                <a:ea typeface="맑은 고딕" panose="020B0503020000020004" pitchFamily="50" charset="-127"/>
              </a:rPr>
              <a:t>말씀 전례</a:t>
            </a:r>
          </a:p>
        </p:txBody>
      </p:sp>
      <p:pic>
        <p:nvPicPr>
          <p:cNvPr id="8" name="그림 88"/>
          <p:cNvPicPr>
            <a:picLocks noChangeAspect="1"/>
          </p:cNvPicPr>
          <p:nvPr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6390" y="0"/>
            <a:ext cx="11539855" cy="6859270"/>
          </a:xfrm>
          <a:prstGeom prst="rect">
            <a:avLst/>
          </a:prstGeom>
          <a:noFill/>
        </p:spPr>
      </p:pic>
      <p:sp>
        <p:nvSpPr>
          <p:cNvPr id="7" name="TextBox 6"/>
          <p:cNvSpPr txBox="1"/>
          <p:nvPr/>
        </p:nvSpPr>
        <p:spPr>
          <a:xfrm>
            <a:off x="153035" y="988059"/>
            <a:ext cx="11888470" cy="3278462"/>
          </a:xfrm>
          <a:prstGeom prst="rect">
            <a:avLst/>
          </a:prstGeom>
          <a:noFill/>
        </p:spPr>
        <p:txBody>
          <a:bodyPr vert="horz" wrap="square" lIns="60960" tIns="30480" rIns="60960" bIns="30480" numCol="1" anchor="t">
            <a:spAutoFit/>
          </a:bodyPr>
          <a:lstStyle>
            <a:lvl1pPr marL="0" indent="0" eaLnBrk="0" latinLnBrk="0" hangingPunct="0">
              <a:lnSpc>
                <a:spcPct val="150000"/>
              </a:lnSpc>
              <a:buFontTx/>
              <a:buNone/>
              <a:defRPr lang="en-GB" altLang="en-US" sz="3600" b="1">
                <a:latin typeface="메이플스토리" charset="0"/>
                <a:ea typeface="메이플스토리" charset="0"/>
              </a:defRPr>
            </a:lvl1pPr>
          </a:lstStyle>
          <a:p>
            <a:r>
              <a:rPr lang="ko-KR" altLang="en-US" sz="3600" b="1" dirty="0">
                <a:latin typeface="맑은 고딕"/>
                <a:ea typeface="맑은 고딕"/>
              </a:rPr>
              <a:t>▥ </a:t>
            </a:r>
            <a:r>
              <a:rPr lang="ko-KR" altLang="en-US" dirty="0">
                <a:latin typeface="맑은 고딕"/>
                <a:ea typeface="맑은 고딕"/>
              </a:rPr>
              <a:t>사도 바오로의 로마</a:t>
            </a:r>
            <a:r>
              <a:rPr lang="ko-KR" altLang="en-US" sz="3600" b="1" dirty="0">
                <a:latin typeface="맑은 고딕"/>
                <a:ea typeface="맑은 고딕"/>
              </a:rPr>
              <a:t>서 말씀입니다</a:t>
            </a:r>
            <a:r>
              <a:rPr lang="en-US" altLang="ko-KR" sz="28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r>
              <a:rPr lang="ko-KR" altLang="en-US" sz="28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ko-KR" cap="all" dirty="0"/>
              <a:t>14,7-9</a:t>
            </a:r>
            <a:endParaRPr lang="en-US" altLang="ko-KR" sz="28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endParaRPr lang="en-US" altLang="ko-KR" sz="36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ko-KR" altLang="en-US" dirty="0">
                <a:solidFill>
                  <a:srgbClr val="000000"/>
                </a:solidFill>
                <a:latin typeface="맑은 고딕"/>
                <a:ea typeface="맑은 고딕"/>
              </a:rPr>
              <a:t>○ 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주님의 말씀입니다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</a:p>
          <a:p>
            <a:r>
              <a:rPr lang="en-US" altLang="ko-KR" dirty="0">
                <a:latin typeface="맑은 고딕"/>
                <a:ea typeface="맑은 고딕"/>
              </a:rPr>
              <a:t>◎ </a:t>
            </a:r>
            <a:r>
              <a:rPr lang="ko-KR" altLang="en-US" dirty="0">
                <a:latin typeface="맑은 고딕"/>
                <a:ea typeface="맑은 고딕"/>
              </a:rPr>
              <a:t>하느님</a:t>
            </a:r>
            <a:r>
              <a:rPr lang="en-US" altLang="ko-KR" dirty="0">
                <a:latin typeface="맑은 고딕"/>
                <a:ea typeface="맑은 고딕"/>
              </a:rPr>
              <a:t>, </a:t>
            </a:r>
            <a:r>
              <a:rPr lang="ko-KR" altLang="en-US" dirty="0">
                <a:latin typeface="맑은 고딕"/>
                <a:ea typeface="맑은 고딕"/>
              </a:rPr>
              <a:t>감사합니다</a:t>
            </a:r>
            <a:r>
              <a:rPr lang="en-US" altLang="ko-KR" dirty="0">
                <a:latin typeface="맑은 고딕"/>
                <a:ea typeface="맑은 고딕"/>
              </a:rPr>
              <a:t>. </a:t>
            </a:r>
            <a:endParaRPr lang="en-US" altLang="ko-KR" sz="36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552815576"/>
      </p:ext>
    </p:extLst>
  </p:cSld>
  <p:clrMapOvr>
    <a:masterClrMapping/>
  </p:clrMapOvr>
  <p:transition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2DAF6E-B15C-A67B-94C6-911E83E5C2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5">
            <a:extLst>
              <a:ext uri="{FF2B5EF4-FFF2-40B4-BE49-F238E27FC236}">
                <a16:creationId xmlns:a16="http://schemas.microsoft.com/office/drawing/2014/main" id="{DC088845-B158-A824-E5E7-AF6018ED4919}"/>
              </a:ext>
            </a:extLst>
          </p:cNvPr>
          <p:cNvGrpSpPr/>
          <p:nvPr/>
        </p:nvGrpSpPr>
        <p:grpSpPr>
          <a:xfrm>
            <a:off x="457200" y="177800"/>
            <a:ext cx="3860165" cy="1018540"/>
            <a:chOff x="457200" y="177800"/>
            <a:chExt cx="3860165" cy="1018540"/>
          </a:xfrm>
        </p:grpSpPr>
        <p:pic>
          <p:nvPicPr>
            <p:cNvPr id="5" name="Picture ">
              <a:extLst>
                <a:ext uri="{FF2B5EF4-FFF2-40B4-BE49-F238E27FC236}">
                  <a16:creationId xmlns:a16="http://schemas.microsoft.com/office/drawing/2014/main" id="{6BA1D11A-4390-A28F-445F-641772657F2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57200" y="177800"/>
              <a:ext cx="3860165" cy="1018540"/>
            </a:xfrm>
            <a:prstGeom prst="rect">
              <a:avLst/>
            </a:prstGeom>
            <a:noFill/>
          </p:spPr>
        </p:pic>
      </p:grpSp>
      <p:sp>
        <p:nvSpPr>
          <p:cNvPr id="6" name="Rect 0">
            <a:extLst>
              <a:ext uri="{FF2B5EF4-FFF2-40B4-BE49-F238E27FC236}">
                <a16:creationId xmlns:a16="http://schemas.microsoft.com/office/drawing/2014/main" id="{29BDD9D6-9346-0B54-9114-81F86794556C}"/>
              </a:ext>
            </a:extLst>
          </p:cNvPr>
          <p:cNvSpPr txBox="1">
            <a:spLocks/>
          </p:cNvSpPr>
          <p:nvPr/>
        </p:nvSpPr>
        <p:spPr>
          <a:xfrm>
            <a:off x="457200" y="325120"/>
            <a:ext cx="4088130" cy="785495"/>
          </a:xfrm>
          <a:prstGeom prst="rect">
            <a:avLst/>
          </a:prstGeom>
          <a:noFill/>
          <a:effectLst>
            <a:outerShdw blurRad="50800" dist="38100" algn="l" rotWithShape="0">
              <a:srgbClr val="000000">
                <a:alpha val="40000"/>
              </a:srgbClr>
            </a:outerShdw>
          </a:effectLst>
        </p:spPr>
        <p:txBody>
          <a:bodyPr vert="horz" wrap="square" lIns="60960" tIns="30480" rIns="60960" bIns="30480" numCol="1" anchor="t">
            <a:spAutoFit/>
          </a:bodyPr>
          <a:lstStyle/>
          <a:p>
            <a:pPr marL="0" indent="0" latinLnBrk="0">
              <a:buFontTx/>
              <a:buNone/>
              <a:defRPr lang="ko-KR"/>
            </a:pPr>
            <a:r>
              <a:rPr lang="ko-KR" altLang="en-US" sz="4700" b="1">
                <a:ln w="28575" cap="flat" cmpd="sng">
                  <a:solidFill>
                    <a:schemeClr val="bg1">
                      <a:alpha val="100000"/>
                    </a:schemeClr>
                  </a:solidFill>
                  <a:prstDash val="solid"/>
                </a:ln>
                <a:latin typeface="맑은 고딕" panose="020B0503020000020004" pitchFamily="50" charset="-127"/>
                <a:ea typeface="맑은 고딕" panose="020B0503020000020004" pitchFamily="50" charset="-127"/>
              </a:rPr>
              <a:t>복 음 환 호 송</a:t>
            </a:r>
          </a:p>
        </p:txBody>
      </p:sp>
      <p:sp>
        <p:nvSpPr>
          <p:cNvPr id="8" name="Rect 0">
            <a:extLst>
              <a:ext uri="{FF2B5EF4-FFF2-40B4-BE49-F238E27FC236}">
                <a16:creationId xmlns:a16="http://schemas.microsoft.com/office/drawing/2014/main" id="{2C69C67D-8925-232C-2235-F77311DD4CFC}"/>
              </a:ext>
            </a:extLst>
          </p:cNvPr>
          <p:cNvSpPr txBox="1">
            <a:spLocks/>
          </p:cNvSpPr>
          <p:nvPr/>
        </p:nvSpPr>
        <p:spPr>
          <a:xfrm>
            <a:off x="10353675" y="114935"/>
            <a:ext cx="1718945" cy="431800"/>
          </a:xfrm>
          <a:prstGeom prst="rect">
            <a:avLst/>
          </a:prstGeom>
          <a:noFill/>
        </p:spPr>
        <p:txBody>
          <a:bodyPr vert="horz" wrap="square" lIns="60960" tIns="30480" rIns="60960" bIns="30480" numCol="1" anchor="t">
            <a:spAutoFit/>
          </a:bodyPr>
          <a:lstStyle/>
          <a:p>
            <a:pPr marL="0" indent="0" algn="r" latinLnBrk="0">
              <a:buFontTx/>
              <a:buNone/>
              <a:defRPr lang="ko-KR"/>
            </a:pPr>
            <a:r>
              <a:rPr lang="ko-KR" altLang="en-US" sz="2400" b="1">
                <a:latin typeface="맑은 고딕" panose="020B0503020000020004" pitchFamily="50" charset="-127"/>
                <a:ea typeface="맑은 고딕" panose="020B0503020000020004" pitchFamily="50" charset="-127"/>
              </a:rPr>
              <a:t>말씀 전례</a:t>
            </a:r>
          </a:p>
        </p:txBody>
      </p:sp>
      <p:pic>
        <p:nvPicPr>
          <p:cNvPr id="16" name="그림 104">
            <a:extLst>
              <a:ext uri="{FF2B5EF4-FFF2-40B4-BE49-F238E27FC236}">
                <a16:creationId xmlns:a16="http://schemas.microsoft.com/office/drawing/2014/main" id="{9DA39B84-A5C7-A9FE-6133-70FE8B27354A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6390" y="0"/>
            <a:ext cx="11539855" cy="6859270"/>
          </a:xfrm>
          <a:prstGeom prst="rect">
            <a:avLst/>
          </a:prstGeom>
          <a:noFill/>
        </p:spPr>
      </p:pic>
      <p:sp>
        <p:nvSpPr>
          <p:cNvPr id="14" name="Rect 0">
            <a:extLst>
              <a:ext uri="{FF2B5EF4-FFF2-40B4-BE49-F238E27FC236}">
                <a16:creationId xmlns:a16="http://schemas.microsoft.com/office/drawing/2014/main" id="{275BFB58-7CE0-281A-59A2-404C82ED8586}"/>
              </a:ext>
            </a:extLst>
          </p:cNvPr>
          <p:cNvSpPr txBox="1"/>
          <p:nvPr/>
        </p:nvSpPr>
        <p:spPr>
          <a:xfrm>
            <a:off x="200025" y="1702630"/>
            <a:ext cx="11872595" cy="4940455"/>
          </a:xfrm>
          <a:prstGeom prst="rect">
            <a:avLst/>
          </a:prstGeom>
          <a:noFill/>
        </p:spPr>
        <p:txBody>
          <a:bodyPr vert="horz" wrap="square" lIns="60960" tIns="30480" rIns="60960" bIns="30480" anchor="t">
            <a:spAutoFit/>
          </a:bodyPr>
          <a:lstStyle/>
          <a:p>
            <a:pPr latinLnBrk="0">
              <a:lnSpc>
                <a:spcPct val="150000"/>
              </a:lnSpc>
              <a:defRPr/>
            </a:pPr>
            <a:r>
              <a:rPr lang="ko-KR" altLang="en-US" sz="3600" b="1" dirty="0">
                <a:solidFill>
                  <a:srgbClr val="000000"/>
                </a:solidFill>
                <a:latin typeface="맑은 고딕"/>
                <a:ea typeface="맑은 고딕"/>
              </a:rPr>
              <a:t>◎ 알렐루야.</a:t>
            </a:r>
          </a:p>
          <a:p>
            <a:pPr latinLnBrk="0">
              <a:lnSpc>
                <a:spcPct val="150000"/>
              </a:lnSpc>
              <a:defRPr/>
            </a:pPr>
            <a:r>
              <a:rPr lang="ko-KR" altLang="en-US" sz="3600" b="1" dirty="0">
                <a:solidFill>
                  <a:srgbClr val="000000"/>
                </a:solidFill>
                <a:latin typeface="맑은 고딕"/>
                <a:ea typeface="맑은 고딕"/>
              </a:rPr>
              <a:t>○ 주님이 말씀하신다. 내가 너희에게 새 계명을 준다. 서로 사랑하여라. 내가 너희를 사랑한 것처럼 너희도 서로 사랑하여라</a:t>
            </a:r>
            <a:r>
              <a:rPr lang="en-US" altLang="ko-KR" sz="3600" b="1" dirty="0">
                <a:solidFill>
                  <a:srgbClr val="000000"/>
                </a:solidFill>
                <a:latin typeface="맑은 고딕"/>
                <a:ea typeface="맑은 고딕"/>
              </a:rPr>
              <a:t>. </a:t>
            </a:r>
          </a:p>
          <a:p>
            <a:pPr latinLnBrk="0">
              <a:lnSpc>
                <a:spcPct val="150000"/>
              </a:lnSpc>
              <a:defRPr/>
            </a:pPr>
            <a:r>
              <a:rPr lang="en-US" altLang="ko-KR" sz="3600" b="1" dirty="0">
                <a:solidFill>
                  <a:srgbClr val="000000"/>
                </a:solidFill>
                <a:latin typeface="맑은 고딕"/>
                <a:ea typeface="맑은 고딕"/>
              </a:rPr>
              <a:t>◎ </a:t>
            </a:r>
            <a:r>
              <a:rPr lang="en-US" altLang="ko-KR" sz="3600" b="1" dirty="0" err="1">
                <a:solidFill>
                  <a:srgbClr val="000000"/>
                </a:solidFill>
                <a:latin typeface="맑은 고딕"/>
                <a:ea typeface="맑은 고딕"/>
              </a:rPr>
              <a:t>알렐루야</a:t>
            </a:r>
            <a:r>
              <a:rPr lang="en-US" altLang="ko-KR" sz="3600" b="1" dirty="0">
                <a:solidFill>
                  <a:srgbClr val="000000"/>
                </a:solidFill>
                <a:latin typeface="맑은 고딕"/>
                <a:ea typeface="맑은 고딕"/>
              </a:rPr>
              <a:t>. </a:t>
            </a:r>
            <a:endParaRPr lang="ko-KR" altLang="en-US" sz="3600" b="1" dirty="0">
              <a:solidFill>
                <a:srgbClr val="000000"/>
              </a:solidFill>
              <a:latin typeface="맑은 고딕"/>
              <a:ea typeface="맑은 고딕"/>
            </a:endParaRPr>
          </a:p>
          <a:p>
            <a:pPr marL="0" lvl="0" indent="0" latinLnBrk="0">
              <a:lnSpc>
                <a:spcPct val="150000"/>
              </a:lnSpc>
              <a:buFontTx/>
              <a:buNone/>
              <a:defRPr/>
            </a:pPr>
            <a:endParaRPr lang="en-US" altLang="ko-KR" sz="3600" b="1" dirty="0">
              <a:solidFill>
                <a:srgbClr val="000000"/>
              </a:solidFill>
              <a:latin typeface="맑은 고딕"/>
              <a:ea typeface="맑은 고딕"/>
            </a:endParaRPr>
          </a:p>
          <a:p>
            <a:pPr marL="0" lvl="0" indent="0" latinLnBrk="0">
              <a:lnSpc>
                <a:spcPct val="150000"/>
              </a:lnSpc>
              <a:buFontTx/>
              <a:buNone/>
              <a:defRPr/>
            </a:pPr>
            <a:endParaRPr lang="ko-KR" altLang="en-US" sz="3600" b="1" dirty="0">
              <a:solidFill>
                <a:srgbClr val="000000"/>
              </a:solidFill>
              <a:latin typeface="맑은 고딕"/>
              <a:ea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77233460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0330" y="127000"/>
            <a:ext cx="1732280" cy="800100"/>
          </a:xfrm>
          <a:prstGeom prst="rect">
            <a:avLst/>
          </a:prstGeom>
          <a:noFill/>
        </p:spPr>
        <p:txBody>
          <a:bodyPr wrap="square" lIns="60954" tIns="30477" rIns="60954" bIns="30477">
            <a:spAutoFit/>
          </a:bodyPr>
          <a:lstStyle/>
          <a:p>
            <a:pPr algn="ctr">
              <a:defRPr lang="ko-KR"/>
            </a:pPr>
            <a:r>
              <a:rPr lang="ko-KR" altLang="en-US" sz="4800" b="1">
                <a:ln w="28575">
                  <a:solidFill>
                    <a:schemeClr val="bg1"/>
                  </a:solidFill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복음</a:t>
            </a:r>
            <a:endParaRPr lang="ko-KR" altLang="en-US" sz="4800" b="1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8" name="그림 108"/>
          <p:cNvPicPr>
            <a:picLocks noChangeAspect="1"/>
          </p:cNvPicPr>
          <p:nvPr/>
        </p:nvPicPr>
        <p:blipFill rotWithShape="1">
          <a:blip r:embed="rId4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6390" y="0"/>
            <a:ext cx="11539855" cy="6859270"/>
          </a:xfrm>
          <a:prstGeom prst="rect">
            <a:avLst/>
          </a:prstGeom>
          <a:noFill/>
        </p:spPr>
      </p:pic>
      <p:sp>
        <p:nvSpPr>
          <p:cNvPr id="6" name="TextBox 5"/>
          <p:cNvSpPr txBox="1"/>
          <p:nvPr/>
        </p:nvSpPr>
        <p:spPr>
          <a:xfrm>
            <a:off x="302895" y="1753552"/>
            <a:ext cx="11889105" cy="3278462"/>
          </a:xfrm>
          <a:prstGeom prst="rect">
            <a:avLst/>
          </a:prstGeom>
          <a:noFill/>
        </p:spPr>
        <p:txBody>
          <a:bodyPr vert="horz" wrap="square" lIns="60960" tIns="30480" rIns="60960" bIns="30480" anchor="t">
            <a:spAutoFit/>
          </a:bodyPr>
          <a:lstStyle>
            <a:lvl1pPr marL="0" indent="0" eaLnBrk="0" latinLnBrk="0" hangingPunct="0">
              <a:lnSpc>
                <a:spcPct val="150000"/>
              </a:lnSpc>
              <a:buFontTx/>
              <a:buNone/>
              <a:defRPr lang="en-GB" altLang="en-US" sz="3600" b="1">
                <a:latin typeface="메이플스토리"/>
                <a:ea typeface="메이플스토리"/>
              </a:defRPr>
            </a:lvl1pPr>
          </a:lstStyle>
          <a:p>
            <a:pPr>
              <a:defRPr/>
            </a:pPr>
            <a:r>
              <a:rPr lang="ko-KR" altLang="en-US" sz="3600" b="1" dirty="0">
                <a:latin typeface="맑은 고딕"/>
                <a:ea typeface="맑은 고딕"/>
              </a:rPr>
              <a:t> ✠ </a:t>
            </a:r>
            <a:r>
              <a:rPr lang="ko-KR" altLang="en-US" sz="3600" b="1" dirty="0" err="1">
                <a:latin typeface="맑은 고딕"/>
                <a:ea typeface="맑은 고딕"/>
              </a:rPr>
              <a:t>마태오가</a:t>
            </a:r>
            <a:r>
              <a:rPr lang="ko-KR" altLang="en-US" dirty="0">
                <a:latin typeface="맑은 고딕"/>
                <a:ea typeface="맑은 고딕"/>
              </a:rPr>
              <a:t> 전한 거룩한 복음입니다</a:t>
            </a:r>
            <a:r>
              <a:rPr lang="en-US" altLang="ko-KR" dirty="0">
                <a:latin typeface="맑은 고딕"/>
                <a:ea typeface="맑은 고딕"/>
              </a:rPr>
              <a:t>.</a:t>
            </a:r>
            <a:r>
              <a:rPr lang="ko-KR" altLang="en-US" dirty="0">
                <a:latin typeface="맑은 고딕"/>
                <a:ea typeface="맑은 고딕"/>
              </a:rPr>
              <a:t> </a:t>
            </a:r>
            <a:r>
              <a:rPr lang="en-US" altLang="ko-KR" dirty="0">
                <a:latin typeface="맑은 고딕"/>
                <a:ea typeface="맑은 고딕"/>
              </a:rPr>
              <a:t>18,21-35</a:t>
            </a:r>
            <a:endParaRPr lang="en-US" altLang="ko-KR" sz="3600" b="1" dirty="0">
              <a:latin typeface="맑은 고딕"/>
              <a:ea typeface="맑은 고딕"/>
            </a:endParaRPr>
          </a:p>
          <a:p>
            <a:pPr marL="0" lvl="0" indent="0" latinLnBrk="0">
              <a:buFontTx/>
              <a:buNone/>
              <a:defRPr/>
            </a:pPr>
            <a:endParaRPr lang="en-US" altLang="ko-KR" sz="3600" b="1" dirty="0">
              <a:latin typeface="맑은 고딕"/>
              <a:ea typeface="맑은 고딕"/>
            </a:endParaRPr>
          </a:p>
          <a:p>
            <a:pPr marL="0" lvl="0" indent="0" latinLnBrk="0">
              <a:buFontTx/>
              <a:buNone/>
              <a:defRPr/>
            </a:pPr>
            <a:r>
              <a:rPr lang="ko-KR" altLang="en-US" sz="3600" b="1" dirty="0">
                <a:latin typeface="맑은 고딕"/>
                <a:ea typeface="맑은 고딕"/>
              </a:rPr>
              <a:t> 주님의 말씀입니다</a:t>
            </a:r>
            <a:r>
              <a:rPr lang="en-US" altLang="ko-KR" sz="3600" b="1" dirty="0">
                <a:latin typeface="맑은 고딕"/>
                <a:ea typeface="맑은 고딕"/>
              </a:rPr>
              <a:t>.</a:t>
            </a:r>
          </a:p>
          <a:p>
            <a:pPr marL="0" lvl="0" indent="0" latinLnBrk="0">
              <a:buFontTx/>
              <a:buNone/>
              <a:defRPr/>
            </a:pPr>
            <a:r>
              <a:rPr lang="ko-KR" altLang="en-US" sz="3600" b="1" dirty="0">
                <a:latin typeface="맑은 고딕"/>
                <a:ea typeface="맑은 고딕"/>
              </a:rPr>
              <a:t>  </a:t>
            </a:r>
            <a:r>
              <a:rPr lang="en-US" altLang="ko-KR" sz="3600" b="1" dirty="0">
                <a:latin typeface="맑은 고딕"/>
                <a:ea typeface="맑은 고딕"/>
              </a:rPr>
              <a:t>◎ </a:t>
            </a:r>
            <a:r>
              <a:rPr lang="ko-KR" altLang="en-US" sz="3600" b="1" dirty="0">
                <a:latin typeface="맑은 고딕"/>
                <a:ea typeface="맑은 고딕"/>
              </a:rPr>
              <a:t>그리스도님</a:t>
            </a:r>
            <a:r>
              <a:rPr lang="en-US" altLang="ko-KR" sz="3600" b="1" dirty="0">
                <a:latin typeface="맑은 고딕"/>
                <a:ea typeface="맑은 고딕"/>
              </a:rPr>
              <a:t>,</a:t>
            </a:r>
            <a:r>
              <a:rPr lang="ko-KR" altLang="en-US" sz="3600" b="1" dirty="0">
                <a:latin typeface="맑은 고딕"/>
                <a:ea typeface="맑은 고딕"/>
              </a:rPr>
              <a:t> 찬미합니다</a:t>
            </a:r>
            <a:r>
              <a:rPr lang="en-US" altLang="ko-KR" sz="3600" b="1" dirty="0">
                <a:latin typeface="맑은 고딕"/>
                <a:ea typeface="맑은 고딕"/>
              </a:rPr>
              <a:t>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C4F2283-3A8C-4B4D-94FF-C3B71C3874DA}"/>
              </a:ext>
            </a:extLst>
          </p:cNvPr>
          <p:cNvSpPr txBox="1"/>
          <p:nvPr/>
        </p:nvSpPr>
        <p:spPr>
          <a:xfrm>
            <a:off x="9812655" y="114935"/>
            <a:ext cx="2265045" cy="431165"/>
          </a:xfrm>
          <a:prstGeom prst="rect">
            <a:avLst/>
          </a:prstGeom>
          <a:noFill/>
        </p:spPr>
        <p:txBody>
          <a:bodyPr wrap="square" lIns="60954" tIns="30477" rIns="60954" bIns="30477" rtlCol="0">
            <a:spAutoFit/>
          </a:bodyPr>
          <a:lstStyle/>
          <a:p>
            <a:pPr algn="r"/>
            <a:r>
              <a:rPr lang="ko-KR" altLang="en-US" sz="2400" b="1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말씀 전례</a:t>
            </a:r>
          </a:p>
        </p:txBody>
      </p:sp>
    </p:spTree>
    <p:extLst>
      <p:ext uri="{BB962C8B-B14F-4D97-AF65-F5344CB8AC3E}">
        <p14:creationId xmlns:p14="http://schemas.microsoft.com/office/powerpoint/2010/main" val="281623489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" descr="/Users/SUNDAYSCHOOL/Library/Group Containers/L48J367XN4.com.infraware.PolarisOfficeSA/EngineTemp/5598/fImage22491667798274.jpeg"/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635" cy="6858635"/>
          </a:xfrm>
          <a:prstGeom prst="rect">
            <a:avLst/>
          </a:prstGeom>
          <a:noFill/>
        </p:spPr>
      </p:pic>
      <p:pic>
        <p:nvPicPr>
          <p:cNvPr id="6" name="Picture " descr="/Users/SUNDAYSCHOOL/Library/Group Containers/L48J367XN4.com.infraware.PolarisOfficeSA/EngineTemp/5598/fImage53959437805094.png"/>
          <p:cNvPicPr>
            <a:picLocks noChangeAspect="1"/>
          </p:cNvPicPr>
          <p:nvPr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6390" y="0"/>
            <a:ext cx="11539855" cy="6859270"/>
          </a:xfrm>
          <a:prstGeom prst="rect">
            <a:avLst/>
          </a:prstGeom>
          <a:noFill/>
        </p:spPr>
      </p:pic>
    </p:spTree>
  </p:cSld>
  <p:clrMapOvr>
    <a:masterClrMapping/>
  </p:clrMapOvr>
  <p:transition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번호"/>
          <p:cNvSpPr/>
          <p:nvPr/>
        </p:nvSpPr>
        <p:spPr>
          <a:xfrm>
            <a:off x="0" y="0"/>
            <a:ext cx="1567543" cy="1015663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altLang="ko-KR" sz="6000" b="1" dirty="0"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98</a:t>
            </a:r>
          </a:p>
        </p:txBody>
      </p:sp>
      <p:pic>
        <p:nvPicPr>
          <p:cNvPr id="2" name="성가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248936" y="702526"/>
            <a:ext cx="10943063" cy="6155473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번호"/>
          <p:cNvSpPr/>
          <p:nvPr/>
        </p:nvSpPr>
        <p:spPr>
          <a:xfrm>
            <a:off x="0" y="0"/>
            <a:ext cx="1567543" cy="1015663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altLang="ko-KR" sz="6000" b="1" dirty="0"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98</a:t>
            </a:r>
          </a:p>
        </p:txBody>
      </p:sp>
      <p:pic>
        <p:nvPicPr>
          <p:cNvPr id="2" name="성가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090340" y="613316"/>
            <a:ext cx="11101659" cy="6244683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그림 131" descr="/Users/SUNDAYSCHOOL/Library/Group Containers/L48J367XN4.com.infraware.PolarisOfficeSA/EngineTemp/5598/fImage42362068046187.png"/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6390" y="0"/>
            <a:ext cx="11539855" cy="6859270"/>
          </a:xfrm>
          <a:prstGeom prst="rect">
            <a:avLst/>
          </a:prstGeom>
          <a:noFill/>
        </p:spPr>
      </p:pic>
      <p:grpSp>
        <p:nvGrpSpPr>
          <p:cNvPr id="4" name="그룹 1001"/>
          <p:cNvGrpSpPr/>
          <p:nvPr/>
        </p:nvGrpSpPr>
        <p:grpSpPr>
          <a:xfrm>
            <a:off x="457200" y="177800"/>
            <a:ext cx="4553585" cy="1107440"/>
            <a:chOff x="457200" y="177800"/>
            <a:chExt cx="4553585" cy="1107440"/>
          </a:xfrm>
        </p:grpSpPr>
        <p:pic>
          <p:nvPicPr>
            <p:cNvPr id="5" name="Object 2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57200" y="177800"/>
              <a:ext cx="4553585" cy="1107440"/>
            </a:xfrm>
            <a:prstGeom prst="rect">
              <a:avLst/>
            </a:prstGeom>
          </p:spPr>
        </p:pic>
      </p:grpSp>
      <p:sp>
        <p:nvSpPr>
          <p:cNvPr id="6" name="TextBox 5"/>
          <p:cNvSpPr txBox="1"/>
          <p:nvPr/>
        </p:nvSpPr>
        <p:spPr>
          <a:xfrm>
            <a:off x="542925" y="356870"/>
            <a:ext cx="4650740" cy="784860"/>
          </a:xfrm>
          <a:prstGeom prst="rect">
            <a:avLst/>
          </a:prstGeom>
          <a:noFill/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wrap="square" lIns="60954" tIns="30477" rIns="60954" bIns="30477" rtlCol="0">
            <a:spAutoFit/>
          </a:bodyPr>
          <a:lstStyle/>
          <a:p>
            <a:r>
              <a:rPr lang="ko-KR" altLang="en-US" sz="4700" b="1">
                <a:ln w="28575">
                  <a:solidFill>
                    <a:schemeClr val="bg1"/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rPr>
              <a:t>예물 준비 기도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2255" y="114935"/>
            <a:ext cx="1655445" cy="431165"/>
          </a:xfrm>
          <a:prstGeom prst="rect">
            <a:avLst/>
          </a:prstGeom>
          <a:noFill/>
        </p:spPr>
        <p:txBody>
          <a:bodyPr wrap="square" lIns="60954" tIns="30477" rIns="60954" bIns="30477" rtlCol="0">
            <a:spAutoFit/>
          </a:bodyPr>
          <a:lstStyle/>
          <a:p>
            <a:pPr algn="r"/>
            <a:r>
              <a:rPr lang="ko-KR" altLang="en-US" sz="2400" b="1">
                <a:latin typeface="맑은 고딕" panose="020B0503020000020004" pitchFamily="50" charset="-127"/>
                <a:ea typeface="맑은 고딕" panose="020B0503020000020004" pitchFamily="50" charset="-127"/>
              </a:rPr>
              <a:t>성찬 전례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182222"/>
            <a:ext cx="10595610" cy="2493555"/>
          </a:xfrm>
          <a:prstGeom prst="rect">
            <a:avLst/>
          </a:prstGeom>
          <a:noFill/>
        </p:spPr>
        <p:txBody>
          <a:bodyPr vert="horz" wrap="square" lIns="60960" tIns="30480" rIns="60960" bIns="30480" anchor="t">
            <a:spAutoFit/>
          </a:bodyPr>
          <a:lstStyle/>
          <a:p>
            <a:pPr marL="342900" lvl="0" indent="-342900" defTabSz="914400" latinLnBrk="0">
              <a:lnSpc>
                <a:spcPct val="120000"/>
              </a:lnSpc>
              <a:spcBef>
                <a:spcPct val="20000"/>
              </a:spcBef>
              <a:buFontTx/>
              <a:buNone/>
              <a:defRPr/>
            </a:pPr>
            <a:r>
              <a:rPr lang="ko-KR" altLang="en-US" sz="4000" b="1">
                <a:solidFill>
                  <a:srgbClr val="000000"/>
                </a:solidFill>
                <a:latin typeface="맑은 고딕"/>
                <a:ea typeface="맑은 고딕"/>
              </a:rPr>
              <a:t>◎ 사제의 손으로 바치는 이 제사가</a:t>
            </a:r>
          </a:p>
          <a:p>
            <a:pPr marL="342900" lvl="0" indent="-342900" defTabSz="914400" latinLnBrk="0">
              <a:lnSpc>
                <a:spcPct val="120000"/>
              </a:lnSpc>
              <a:spcBef>
                <a:spcPct val="20000"/>
              </a:spcBef>
              <a:buFontTx/>
              <a:buNone/>
              <a:defRPr/>
            </a:pPr>
            <a:r>
              <a:rPr lang="ko-KR" altLang="en-US" sz="4000" b="1">
                <a:solidFill>
                  <a:srgbClr val="000000"/>
                </a:solidFill>
                <a:latin typeface="맑은 고딕"/>
                <a:ea typeface="맑은 고딕"/>
              </a:rPr>
              <a:t>    주님의 이름에는 찬미와 영광이 되고</a:t>
            </a:r>
          </a:p>
          <a:p>
            <a:pPr marL="342900" lvl="0" indent="-342900" defTabSz="914400" latinLnBrk="0">
              <a:lnSpc>
                <a:spcPct val="120000"/>
              </a:lnSpc>
              <a:spcBef>
                <a:spcPct val="20000"/>
              </a:spcBef>
              <a:buFontTx/>
              <a:buNone/>
              <a:defRPr/>
            </a:pPr>
            <a:r>
              <a:rPr lang="ko-KR" altLang="en-US" sz="4000" b="1">
                <a:solidFill>
                  <a:srgbClr val="000000"/>
                </a:solidFill>
                <a:latin typeface="맑은 고딕"/>
                <a:ea typeface="맑은 고딕"/>
              </a:rPr>
              <a:t>    저희와 온 교회에는 도움이 되게 하소서</a:t>
            </a:r>
            <a:r>
              <a:rPr lang="en-US" altLang="ko-KR" sz="4000" b="1">
                <a:solidFill>
                  <a:srgbClr val="000000"/>
                </a:solidFill>
                <a:latin typeface="맑은 고딕"/>
                <a:ea typeface="맑은 고딕"/>
              </a:rPr>
              <a:t>.</a:t>
            </a:r>
            <a:endParaRPr lang="ko-KR" altLang="en-US" sz="4000" b="1">
              <a:solidFill>
                <a:srgbClr val="000000"/>
              </a:solidFill>
              <a:latin typeface="맑은 고딕"/>
              <a:ea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34950534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" descr="/Users/SUNDAYSCHOOL/Library/Group Containers/L48J367XN4.com.infraware.PolarisOfficeSA/EngineTemp/5598/fImage22491667798274.jpeg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2635" cy="6858635"/>
          </a:xfrm>
          <a:prstGeom prst="rect">
            <a:avLst/>
          </a:prstGeom>
          <a:noFill/>
        </p:spPr>
      </p:pic>
      <p:pic>
        <p:nvPicPr>
          <p:cNvPr id="6" name="Picture " descr="/Users/SUNDAYSCHOOL/Library/Group Containers/L48J367XN4.com.infraware.PolarisOfficeSA/EngineTemp/5598/fImage53959437805094.png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326390" y="0"/>
            <a:ext cx="11539855" cy="685927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411370883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그룹 1001"/>
          <p:cNvGrpSpPr/>
          <p:nvPr/>
        </p:nvGrpSpPr>
        <p:grpSpPr>
          <a:xfrm>
            <a:off x="744220" y="263525"/>
            <a:ext cx="2714625" cy="1017905"/>
            <a:chOff x="744220" y="263525"/>
            <a:chExt cx="2714625" cy="1017905"/>
          </a:xfrm>
        </p:grpSpPr>
        <p:pic>
          <p:nvPicPr>
            <p:cNvPr id="5" name="Object 2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44220" y="263525"/>
              <a:ext cx="2714625" cy="1017905"/>
            </a:xfrm>
            <a:prstGeom prst="rect">
              <a:avLst/>
            </a:prstGeom>
          </p:spPr>
        </p:pic>
      </p:grpSp>
      <p:sp>
        <p:nvSpPr>
          <p:cNvPr id="6" name="TextBox 5"/>
          <p:cNvSpPr txBox="1"/>
          <p:nvPr/>
        </p:nvSpPr>
        <p:spPr>
          <a:xfrm>
            <a:off x="744220" y="297180"/>
            <a:ext cx="2426970" cy="784860"/>
          </a:xfrm>
          <a:prstGeom prst="rect">
            <a:avLst/>
          </a:prstGeom>
          <a:noFill/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wrap="square" lIns="60954" tIns="30477" rIns="60954" bIns="30477" rtlCol="0">
            <a:spAutoFit/>
          </a:bodyPr>
          <a:lstStyle/>
          <a:p>
            <a:r>
              <a:rPr lang="ko-KR" altLang="en-US" sz="4700" b="1">
                <a:ln w="28575">
                  <a:solidFill>
                    <a:schemeClr val="bg1"/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rPr>
              <a:t>감 사 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2900" y="1343025"/>
            <a:ext cx="11015345" cy="5070475"/>
          </a:xfrm>
          <a:prstGeom prst="rect">
            <a:avLst/>
          </a:prstGeom>
          <a:noFill/>
        </p:spPr>
        <p:txBody>
          <a:bodyPr wrap="square" lIns="60954" tIns="30477" rIns="60954" bIns="30477" rtlCol="0">
            <a:spAutoFit/>
          </a:bodyPr>
          <a:lstStyle/>
          <a:p>
            <a:pPr marL="342900" lvl="0" indent="-342900" defTabSz="914400">
              <a:lnSpc>
                <a:spcPct val="120000"/>
              </a:lnSpc>
              <a:spcBef>
                <a:spcPct val="20000"/>
              </a:spcBef>
              <a:defRPr/>
            </a:pPr>
            <a:r>
              <a:rPr lang="en-US" altLang="ko-KR" sz="4000" b="1">
                <a:ln w="28575">
                  <a:solidFill>
                    <a:sysClr val="windowText" lastClr="000000"/>
                  </a:solidFill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† </a:t>
            </a:r>
            <a:r>
              <a:rPr lang="ko-KR" altLang="en-US" sz="4000" b="1">
                <a:ln w="28575">
                  <a:solidFill>
                    <a:sysClr val="windowText" lastClr="000000"/>
                  </a:solidFill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주님께서 여러분과 함께</a:t>
            </a:r>
            <a:r>
              <a:rPr lang="en-US" altLang="ko-KR" sz="4000" b="1">
                <a:ln w="28575">
                  <a:solidFill>
                    <a:sysClr val="windowText" lastClr="000000"/>
                  </a:solidFill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pPr marL="342900" lvl="0" indent="-342900" defTabSz="914400">
              <a:lnSpc>
                <a:spcPct val="120000"/>
              </a:lnSpc>
              <a:spcBef>
                <a:spcPct val="20000"/>
              </a:spcBef>
              <a:defRPr/>
            </a:pPr>
            <a:r>
              <a:rPr lang="ko-KR" altLang="en-US" sz="4000" b="1">
                <a:solidFill>
                  <a:sysClr val="windowText" lastClr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◎ 또한 사제의 영과 함께</a:t>
            </a:r>
            <a:r>
              <a:rPr lang="en-US" altLang="ko-KR" sz="4000" b="1">
                <a:solidFill>
                  <a:sysClr val="windowText" lastClr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pPr marL="342900" lvl="0" indent="-342900" defTabSz="914400">
              <a:lnSpc>
                <a:spcPct val="120000"/>
              </a:lnSpc>
              <a:spcBef>
                <a:spcPct val="20000"/>
              </a:spcBef>
              <a:defRPr/>
            </a:pPr>
            <a:r>
              <a:rPr lang="en-US" altLang="ko-KR" sz="4000" b="1">
                <a:ln w="28575">
                  <a:solidFill>
                    <a:sysClr val="windowText" lastClr="000000"/>
                  </a:solidFill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† </a:t>
            </a:r>
            <a:r>
              <a:rPr lang="ko-KR" altLang="en-US" sz="4000" b="1">
                <a:ln w="28575">
                  <a:solidFill>
                    <a:sysClr val="windowText" lastClr="000000"/>
                  </a:solidFill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마음을 드높이</a:t>
            </a:r>
            <a:r>
              <a:rPr lang="en-US" altLang="ko-KR" sz="4000" b="1">
                <a:ln w="28575">
                  <a:solidFill>
                    <a:sysClr val="windowText" lastClr="000000"/>
                  </a:solidFill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pPr marL="342900" lvl="0" indent="-342900" defTabSz="914400">
              <a:lnSpc>
                <a:spcPct val="120000"/>
              </a:lnSpc>
              <a:spcBef>
                <a:spcPct val="20000"/>
              </a:spcBef>
              <a:defRPr/>
            </a:pPr>
            <a:r>
              <a:rPr lang="ko-KR" altLang="en-US" sz="4000" b="1">
                <a:solidFill>
                  <a:sysClr val="windowText" lastClr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◎ 주님께 올립니다</a:t>
            </a:r>
            <a:r>
              <a:rPr lang="en-US" altLang="ko-KR" sz="4000" b="1">
                <a:solidFill>
                  <a:sysClr val="windowText" lastClr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pPr marL="342900" lvl="0" indent="-342900" defTabSz="914400">
              <a:lnSpc>
                <a:spcPct val="120000"/>
              </a:lnSpc>
              <a:spcBef>
                <a:spcPct val="20000"/>
              </a:spcBef>
              <a:defRPr/>
            </a:pPr>
            <a:r>
              <a:rPr lang="en-US" altLang="ko-KR" sz="4000" b="1">
                <a:ln w="28575">
                  <a:solidFill>
                    <a:sysClr val="windowText" lastClr="000000"/>
                  </a:solidFill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† </a:t>
            </a:r>
            <a:r>
              <a:rPr lang="ko-KR" altLang="en-US" sz="4000" b="1">
                <a:ln w="28575">
                  <a:solidFill>
                    <a:sysClr val="windowText" lastClr="000000"/>
                  </a:solidFill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우리 주 하느님께 감사합시다</a:t>
            </a:r>
            <a:r>
              <a:rPr lang="en-US" altLang="ko-KR" sz="4000" b="1">
                <a:ln w="28575">
                  <a:solidFill>
                    <a:sysClr val="windowText" lastClr="000000"/>
                  </a:solidFill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pPr marL="342900" lvl="0" indent="-342900" defTabSz="914400">
              <a:lnSpc>
                <a:spcPct val="120000"/>
              </a:lnSpc>
              <a:spcBef>
                <a:spcPct val="20000"/>
              </a:spcBef>
              <a:defRPr/>
            </a:pPr>
            <a:r>
              <a:rPr lang="ko-KR" altLang="en-US" sz="4000" b="1">
                <a:solidFill>
                  <a:sysClr val="windowText" lastClr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◎ 마땅하고 옳은 일입니다</a:t>
            </a:r>
            <a:r>
              <a:rPr lang="en-US" altLang="ko-KR" sz="4000" b="1">
                <a:solidFill>
                  <a:sysClr val="windowText" lastClr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4000" b="1">
              <a:solidFill>
                <a:sysClr val="windowText" lastClr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0718800" y="114935"/>
            <a:ext cx="1358265" cy="431165"/>
          </a:xfrm>
          <a:prstGeom prst="rect">
            <a:avLst/>
          </a:prstGeom>
          <a:noFill/>
        </p:spPr>
        <p:txBody>
          <a:bodyPr wrap="square" lIns="60954" tIns="30477" rIns="60954" bIns="30477" rtlCol="0">
            <a:spAutoFit/>
          </a:bodyPr>
          <a:lstStyle/>
          <a:p>
            <a:pPr algn="r"/>
            <a:r>
              <a:rPr lang="ko-KR" altLang="en-US" sz="2400" b="1">
                <a:latin typeface="맑은 고딕" panose="020B0503020000020004" pitchFamily="50" charset="-127"/>
                <a:ea typeface="맑은 고딕" panose="020B0503020000020004" pitchFamily="50" charset="-127"/>
              </a:rPr>
              <a:t>감사기도</a:t>
            </a:r>
          </a:p>
        </p:txBody>
      </p:sp>
      <p:pic>
        <p:nvPicPr>
          <p:cNvPr id="10" name="그림 135" descr="/Users/SUNDAYSCHOOL/Library/Group Containers/L48J367XN4.com.infraware.PolarisOfficeSA/EngineTemp/5598/fImage42362068108515.png"/>
          <p:cNvPicPr>
            <a:picLocks noChangeAspect="1"/>
          </p:cNvPicPr>
          <p:nvPr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6390" y="0"/>
            <a:ext cx="11539855" cy="685927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92930704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" descr="/Users/SUNDAYSCHOOL/Library/Group Containers/L48J367XN4.com.infraware.PolarisOfficeSA/EngineTemp/5598/fImage22491667798274.jpeg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2635" cy="6858635"/>
          </a:xfrm>
          <a:prstGeom prst="rect">
            <a:avLst/>
          </a:prstGeom>
          <a:noFill/>
        </p:spPr>
      </p:pic>
      <p:pic>
        <p:nvPicPr>
          <p:cNvPr id="6" name="Picture " descr="/Users/SUNDAYSCHOOL/Library/Group Containers/L48J367XN4.com.infraware.PolarisOfficeSA/EngineTemp/5598/fImage53959437805094.png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326390" y="0"/>
            <a:ext cx="11539855" cy="685927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94099434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그림 12"/>
          <p:cNvPicPr>
            <a:picLocks noChangeAspect="1"/>
          </p:cNvPicPr>
          <p:nvPr/>
        </p:nvPicPr>
        <p:blipFill rotWithShape="1">
          <a:blip r:embed="rId2"/>
          <a:srcRect l="8710" t="7920" r="8280" b="46040"/>
          <a:stretch>
            <a:fillRect/>
          </a:stretch>
        </p:blipFill>
        <p:spPr>
          <a:xfrm>
            <a:off x="0" y="1381634"/>
            <a:ext cx="12197862" cy="4094732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그림 12"/>
          <p:cNvPicPr>
            <a:picLocks noChangeAspect="1"/>
          </p:cNvPicPr>
          <p:nvPr/>
        </p:nvPicPr>
        <p:blipFill rotWithShape="1">
          <a:blip r:embed="rId2"/>
          <a:srcRect l="9000" t="53020" r="8710"/>
          <a:stretch>
            <a:fillRect/>
          </a:stretch>
        </p:blipFill>
        <p:spPr>
          <a:xfrm>
            <a:off x="-8281" y="1320911"/>
            <a:ext cx="12200282" cy="42161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26059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그림 12"/>
          <p:cNvPicPr>
            <a:picLocks noChangeAspect="1"/>
          </p:cNvPicPr>
          <p:nvPr/>
        </p:nvPicPr>
        <p:blipFill rotWithShape="1">
          <a:blip r:embed="rId2"/>
          <a:srcRect l="8950" t="1650" r="8070" b="54550"/>
          <a:stretch>
            <a:fillRect/>
          </a:stretch>
        </p:blipFill>
        <p:spPr>
          <a:xfrm>
            <a:off x="-19224" y="1425349"/>
            <a:ext cx="12211224" cy="4007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568266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그림 12"/>
          <p:cNvPicPr>
            <a:picLocks noChangeAspect="1"/>
          </p:cNvPicPr>
          <p:nvPr/>
        </p:nvPicPr>
        <p:blipFill rotWithShape="1">
          <a:blip r:embed="rId2"/>
          <a:srcRect l="9540" t="45040" r="8660" b="9920"/>
          <a:stretch>
            <a:fillRect/>
          </a:stretch>
        </p:blipFill>
        <p:spPr>
          <a:xfrm>
            <a:off x="0" y="1335201"/>
            <a:ext cx="12233782" cy="41875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320979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BB7297-488D-8923-07C8-395CCB65A3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" descr="/Users/SUNDAYSCHOOL/Library/Group Containers/L48J367XN4.com.infraware.PolarisOfficeSA/EngineTemp/5598/fImage22491667798274.jpeg">
            <a:extLst>
              <a:ext uri="{FF2B5EF4-FFF2-40B4-BE49-F238E27FC236}">
                <a16:creationId xmlns:a16="http://schemas.microsoft.com/office/drawing/2014/main" id="{6146C565-A53A-DC66-60EA-0AD790E7F51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2635" cy="6858635"/>
          </a:xfrm>
          <a:prstGeom prst="rect">
            <a:avLst/>
          </a:prstGeom>
          <a:noFill/>
        </p:spPr>
      </p:pic>
      <p:pic>
        <p:nvPicPr>
          <p:cNvPr id="6" name="Picture " descr="/Users/SUNDAYSCHOOL/Library/Group Containers/L48J367XN4.com.infraware.PolarisOfficeSA/EngineTemp/5598/fImage53959437805094.png">
            <a:extLst>
              <a:ext uri="{FF2B5EF4-FFF2-40B4-BE49-F238E27FC236}">
                <a16:creationId xmlns:a16="http://schemas.microsoft.com/office/drawing/2014/main" id="{FA152531-8B91-FA8E-8FA2-C76D54A373B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326390" y="0"/>
            <a:ext cx="11539855" cy="685927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44268937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 0"/>
          <p:cNvSpPr txBox="1">
            <a:spLocks noGrp="1"/>
          </p:cNvSpPr>
          <p:nvPr>
            <p:ph/>
          </p:nvPr>
        </p:nvSpPr>
        <p:spPr>
          <a:xfrm>
            <a:off x="581025" y="1650365"/>
            <a:ext cx="11031220" cy="4347845"/>
          </a:xfrm>
          <a:prstGeom prst="rect">
            <a:avLst/>
          </a:prstGeom>
        </p:spPr>
        <p:txBody>
          <a:bodyPr vert="horz" wrap="square" lIns="60960" tIns="30480" rIns="60960" bIns="30480" anchor="t">
            <a:noAutofit/>
          </a:bodyPr>
          <a:lstStyle/>
          <a:p>
            <a:pPr marL="228600" lvl="0" indent="-228600" algn="l" defTabSz="608965" rtl="0" eaLnBrk="1" latinLnBrk="0" hangingPunct="1">
              <a:buFontTx/>
              <a:buNone/>
              <a:defRPr/>
            </a:pPr>
            <a:r>
              <a:rPr sz="4000" b="1">
                <a:ln w="28575" cap="flat" cmpd="sng">
                  <a:solidFill>
                    <a:srgbClr val="000000">
                      <a:alpha val="100000"/>
                    </a:srgbClr>
                  </a:solidFill>
                  <a:prstDash val="solid"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2750"/>
                    </a:srgbClr>
                  </a:outerShdw>
                </a:effectLst>
                <a:latin typeface="맑은 고딕"/>
                <a:ea typeface="맑은 고딕"/>
              </a:rPr>
              <a:t>† 신앙의 신비여!</a:t>
            </a:r>
          </a:p>
          <a:p>
            <a:pPr marL="228600" lvl="0" indent="-228600" algn="l" defTabSz="608965" rtl="0" eaLnBrk="1" latinLnBrk="0" hangingPunct="1">
              <a:buFontTx/>
              <a:buNone/>
              <a:defRPr/>
            </a:pPr>
            <a:endParaRPr lang="ko-KR" altLang="en-US" sz="4000" b="1">
              <a:ln w="28575" cap="flat" cmpd="sng">
                <a:solidFill>
                  <a:srgbClr val="000000">
                    <a:alpha val="100000"/>
                  </a:srgbClr>
                </a:solidFill>
                <a:prstDash val="solid"/>
              </a:ln>
              <a:solidFill>
                <a:srgbClr val="FFFF00"/>
              </a:solidFill>
              <a:latin typeface="맑은 고딕"/>
              <a:ea typeface="맑은 고딕"/>
            </a:endParaRPr>
          </a:p>
          <a:p>
            <a:pPr marL="228600" lvl="0" indent="-228600" algn="l" defTabSz="608965" rtl="0" eaLnBrk="1" latinLnBrk="0" hangingPunct="1">
              <a:buFontTx/>
              <a:buNone/>
              <a:defRPr/>
            </a:pPr>
            <a:r>
              <a:rPr sz="4000" b="1">
                <a:solidFill>
                  <a:srgbClr val="000000"/>
                </a:solidFill>
                <a:latin typeface="맑은 고딕"/>
                <a:ea typeface="맑은 고딕"/>
              </a:rPr>
              <a:t>◎ 주님께서 오실 때까지</a:t>
            </a:r>
          </a:p>
          <a:p>
            <a:pPr marL="228600" lvl="0" indent="-228600" algn="l" defTabSz="608965" rtl="0" eaLnBrk="1" latinLnBrk="0" hangingPunct="1">
              <a:buFontTx/>
              <a:buNone/>
              <a:defRPr/>
            </a:pPr>
            <a:r>
              <a:rPr lang="ko-KR" altLang="en-US" sz="4000" b="1">
                <a:solidFill>
                  <a:srgbClr val="000000"/>
                </a:solidFill>
                <a:latin typeface="맑은 고딕"/>
                <a:ea typeface="맑은 고딕"/>
              </a:rPr>
              <a:t>   </a:t>
            </a:r>
            <a:r>
              <a:rPr sz="4000" b="1">
                <a:solidFill>
                  <a:srgbClr val="000000"/>
                </a:solidFill>
                <a:latin typeface="맑은 고딕"/>
                <a:ea typeface="맑은 고딕"/>
              </a:rPr>
              <a:t>주님의 죽음을 전하며</a:t>
            </a:r>
            <a:r>
              <a:rPr lang="ko-KR" altLang="en-US" sz="4000" b="1">
                <a:solidFill>
                  <a:srgbClr val="000000"/>
                </a:solidFill>
                <a:latin typeface="맑은 고딕"/>
                <a:ea typeface="맑은 고딕"/>
              </a:rPr>
              <a:t> </a:t>
            </a:r>
            <a:r>
              <a:rPr sz="4000" b="1">
                <a:solidFill>
                  <a:srgbClr val="000000"/>
                </a:solidFill>
                <a:latin typeface="맑은 고딕"/>
                <a:ea typeface="맑은 고딕"/>
              </a:rPr>
              <a:t>부활을 선포하나이다.</a:t>
            </a:r>
          </a:p>
        </p:txBody>
      </p:sp>
      <p:sp>
        <p:nvSpPr>
          <p:cNvPr id="4" name="Rect 0"/>
          <p:cNvSpPr txBox="1"/>
          <p:nvPr/>
        </p:nvSpPr>
        <p:spPr>
          <a:xfrm>
            <a:off x="10718800" y="114935"/>
            <a:ext cx="1358900" cy="431800"/>
          </a:xfrm>
          <a:prstGeom prst="rect">
            <a:avLst/>
          </a:prstGeom>
          <a:noFill/>
        </p:spPr>
        <p:txBody>
          <a:bodyPr vert="horz" wrap="square" lIns="60960" tIns="30480" rIns="60960" bIns="30480" anchor="t">
            <a:spAutoFit/>
          </a:bodyPr>
          <a:lstStyle/>
          <a:p>
            <a:pPr marL="0" lvl="0" indent="0" algn="r" defTabSz="913765" rtl="0" eaLnBrk="1" latinLnBrk="0" hangingPunct="1">
              <a:buFontTx/>
              <a:buNone/>
              <a:defRPr/>
            </a:pPr>
            <a:r>
              <a:rPr sz="2400" b="1">
                <a:latin typeface="맑은 고딕"/>
                <a:ea typeface="맑은 고딕"/>
              </a:rPr>
              <a:t>감사기도</a:t>
            </a:r>
            <a:endParaRPr lang="ko-KR" altLang="en-US" sz="2400" b="1">
              <a:latin typeface="맑은 고딕"/>
              <a:ea typeface="맑은 고딕"/>
            </a:endParaRPr>
          </a:p>
        </p:txBody>
      </p:sp>
      <p:pic>
        <p:nvPicPr>
          <p:cNvPr id="12" name="그림 7" descr="/Users/SUNDAYSCHOOL/Library/Group Containers/L48J367XN4.com.infraware.PolarisOfficeSA/EngineTemp/1745/image6.png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325755" y="0"/>
            <a:ext cx="11540490" cy="6859905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" descr="/Users/SUNDAYSCHOOL/Library/Group Containers/L48J367XN4.com.infraware.PolarisOfficeSA/EngineTemp/5598/fImage22491667798274.jpeg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2635" cy="6858635"/>
          </a:xfrm>
          <a:prstGeom prst="rect">
            <a:avLst/>
          </a:prstGeom>
          <a:noFill/>
        </p:spPr>
      </p:pic>
      <p:pic>
        <p:nvPicPr>
          <p:cNvPr id="6" name="Picture " descr="/Users/SUNDAYSCHOOL/Library/Group Containers/L48J367XN4.com.infraware.PolarisOfficeSA/EngineTemp/5598/fImage53959437805094.png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326390" y="0"/>
            <a:ext cx="11539855" cy="685927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80981903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/>
          <p:cNvPicPr>
            <a:picLocks noChangeAspect="1"/>
          </p:cNvPicPr>
          <p:nvPr/>
        </p:nvPicPr>
        <p:blipFill rotWithShape="1">
          <a:blip r:embed="rId3"/>
          <a:srcRect l="6570" t="39080" r="3940" b="2470"/>
          <a:stretch>
            <a:fillRect/>
          </a:stretch>
        </p:blipFill>
        <p:spPr>
          <a:xfrm>
            <a:off x="0" y="1033308"/>
            <a:ext cx="12205095" cy="47913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814883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/>
          <p:cNvPicPr>
            <a:picLocks noChangeAspect="1"/>
          </p:cNvPicPr>
          <p:nvPr/>
        </p:nvPicPr>
        <p:blipFill rotWithShape="1">
          <a:blip r:embed="rId3"/>
          <a:srcRect l="5040" r="2520" b="3070"/>
          <a:stretch>
            <a:fillRect/>
          </a:stretch>
        </p:blipFill>
        <p:spPr>
          <a:xfrm>
            <a:off x="336525" y="0"/>
            <a:ext cx="1151895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555956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 rotWithShape="1">
          <a:blip r:embed="rId3"/>
          <a:srcRect l="1800" r="2870" b="3150"/>
          <a:stretch>
            <a:fillRect/>
          </a:stretch>
        </p:blipFill>
        <p:spPr>
          <a:xfrm>
            <a:off x="-4248" y="958049"/>
            <a:ext cx="12196249" cy="4941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219775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그림 11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-10267" y="958049"/>
            <a:ext cx="12212535" cy="4941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0748809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그림 15" descr="/Users/SUNDAYSCHOOL/Library/Group Containers/L48J367XN4.com.infraware.PolarisOfficeSA/EngineTemp/1745/image6.png"/>
          <p:cNvPicPr>
            <a:picLocks noChangeAspect="1"/>
          </p:cNvPicPr>
          <p:nvPr/>
        </p:nvPicPr>
        <p:blipFill rotWithShape="1">
          <a:blip r:embed="rId3"/>
          <a:srcRect l="2120" t="1980" r="7660" b="52370"/>
          <a:stretch>
            <a:fillRect/>
          </a:stretch>
        </p:blipFill>
        <p:spPr>
          <a:xfrm>
            <a:off x="0" y="1110465"/>
            <a:ext cx="12192001" cy="4637069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481719179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 rotWithShape="1">
          <a:blip r:embed="rId3"/>
          <a:srcRect t="49780" r="7250" b="2230"/>
          <a:stretch>
            <a:fillRect/>
          </a:stretch>
        </p:blipFill>
        <p:spPr>
          <a:xfrm>
            <a:off x="-1" y="1014262"/>
            <a:ext cx="12192002" cy="4829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4663891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" descr="/Users/SUNDAYSCHOOL/Library/Group Containers/L48J367XN4.com.infraware.PolarisOfficeSA/EngineTemp/5598/fImage22491667798274.jpeg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2635" cy="6858635"/>
          </a:xfrm>
          <a:prstGeom prst="rect">
            <a:avLst/>
          </a:prstGeom>
          <a:noFill/>
        </p:spPr>
      </p:pic>
      <p:pic>
        <p:nvPicPr>
          <p:cNvPr id="6" name="Picture " descr="/Users/SUNDAYSCHOOL/Library/Group Containers/L48J367XN4.com.infraware.PolarisOfficeSA/EngineTemp/5598/fImage53959437805094.png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326390" y="0"/>
            <a:ext cx="11539855" cy="685927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408221501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그림 12"/>
          <p:cNvPicPr>
            <a:picLocks noChangeAspect="1"/>
          </p:cNvPicPr>
          <p:nvPr/>
        </p:nvPicPr>
        <p:blipFill rotWithShape="1">
          <a:blip r:embed="rId2"/>
          <a:srcRect l="9260" t="9280" r="9880" b="6100"/>
          <a:stretch>
            <a:fillRect/>
          </a:stretch>
        </p:blipFill>
        <p:spPr>
          <a:xfrm>
            <a:off x="924988" y="19808"/>
            <a:ext cx="10342024" cy="68381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9897226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그림 11"/>
          <p:cNvPicPr>
            <a:picLocks noChangeAspect="1"/>
          </p:cNvPicPr>
          <p:nvPr/>
        </p:nvPicPr>
        <p:blipFill rotWithShape="1">
          <a:blip r:embed="rId2"/>
          <a:srcRect l="9550" t="4640" r="9550" b="11230"/>
          <a:stretch>
            <a:fillRect/>
          </a:stretch>
        </p:blipFill>
        <p:spPr>
          <a:xfrm>
            <a:off x="786519" y="0"/>
            <a:ext cx="1061896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163" descr="/Users/SUNDAYSCHOOL/Library/Group Containers/L48J367XN4.com.infraware.PolarisOfficeSA/EngineTemp/5598/fImage42362068522325.png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326390" y="0"/>
            <a:ext cx="11539855" cy="6859270"/>
          </a:xfrm>
          <a:prstGeom prst="rect">
            <a:avLst/>
          </a:prstGeom>
          <a:noFill/>
        </p:spPr>
      </p:pic>
      <p:grpSp>
        <p:nvGrpSpPr>
          <p:cNvPr id="4" name="그룹 1001"/>
          <p:cNvGrpSpPr/>
          <p:nvPr/>
        </p:nvGrpSpPr>
        <p:grpSpPr>
          <a:xfrm>
            <a:off x="457200" y="177800"/>
            <a:ext cx="2584450" cy="1017905"/>
            <a:chOff x="457200" y="177800"/>
            <a:chExt cx="2584450" cy="1017905"/>
          </a:xfrm>
        </p:grpSpPr>
        <p:pic>
          <p:nvPicPr>
            <p:cNvPr id="5" name="Object 2"/>
            <p:cNvPicPr>
              <a:picLocks noChangeAspect="1"/>
            </p:cNvPicPr>
            <p:nvPr/>
          </p:nvPicPr>
          <p:blipFill rotWithShape="1">
            <a:blip r:embed="rId3"/>
            <a:stretch>
              <a:fillRect/>
            </a:stretch>
          </p:blipFill>
          <p:spPr>
            <a:xfrm>
              <a:off x="457200" y="177800"/>
              <a:ext cx="2584450" cy="1017905"/>
            </a:xfrm>
            <a:prstGeom prst="rect">
              <a:avLst/>
            </a:prstGeom>
          </p:spPr>
        </p:pic>
      </p:grpSp>
      <p:sp>
        <p:nvSpPr>
          <p:cNvPr id="6" name="TextBox 5"/>
          <p:cNvSpPr txBox="1"/>
          <p:nvPr/>
        </p:nvSpPr>
        <p:spPr>
          <a:xfrm>
            <a:off x="457200" y="294005"/>
            <a:ext cx="2784475" cy="784860"/>
          </a:xfrm>
          <a:prstGeom prst="rect">
            <a:avLst/>
          </a:prstGeom>
          <a:noFill/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wrap="square" lIns="60954" tIns="30477" rIns="60954" bIns="30477">
            <a:spAutoFit/>
          </a:bodyPr>
          <a:lstStyle/>
          <a:p>
            <a:pPr lvl="0">
              <a:defRPr/>
            </a:pPr>
            <a:r>
              <a:rPr lang="ko-KR" altLang="en-US" sz="4700" b="1">
                <a:ln w="28575">
                  <a:solidFill>
                    <a:schemeClr val="bg1"/>
                  </a:solidFill>
                </a:ln>
                <a:latin typeface="맑은 고딕"/>
                <a:ea typeface="맑은 고딕"/>
              </a:rPr>
              <a:t>영 성 체</a:t>
            </a:r>
            <a:endParaRPr lang="ko-KR" altLang="en-US" sz="4700" b="1">
              <a:latin typeface="맑은 고딕"/>
              <a:ea typeface="맑은 고딕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26390" y="2306005"/>
            <a:ext cx="11539855" cy="2248847"/>
          </a:xfrm>
          <a:prstGeom prst="rect">
            <a:avLst/>
          </a:prstGeom>
          <a:noFill/>
        </p:spPr>
        <p:txBody>
          <a:bodyPr wrap="square" lIns="60954" tIns="30477" rIns="60954" bIns="30477">
            <a:spAutoFit/>
          </a:bodyPr>
          <a:lstStyle/>
          <a:p>
            <a:pPr lvl="0">
              <a:lnSpc>
                <a:spcPct val="120000"/>
              </a:lnSpc>
              <a:buNone/>
              <a:defRPr/>
            </a:pPr>
            <a:r>
              <a:rPr lang="ko-KR" altLang="en-US" sz="4000" b="1">
                <a:latin typeface="맑은 고딕"/>
                <a:ea typeface="맑은 고딕"/>
              </a:rPr>
              <a:t>◎ 주님</a:t>
            </a:r>
            <a:r>
              <a:rPr lang="en-US" altLang="ko-KR" sz="4000" b="1">
                <a:latin typeface="맑은 고딕"/>
                <a:ea typeface="맑은 고딕"/>
              </a:rPr>
              <a:t>, </a:t>
            </a:r>
            <a:r>
              <a:rPr lang="ko-KR" altLang="en-US" sz="4000" b="1">
                <a:latin typeface="맑은 고딕"/>
                <a:ea typeface="맑은 고딕"/>
              </a:rPr>
              <a:t>제 안에 주님을 모시기에</a:t>
            </a:r>
          </a:p>
          <a:p>
            <a:pPr lvl="0">
              <a:lnSpc>
                <a:spcPct val="120000"/>
              </a:lnSpc>
              <a:buNone/>
              <a:defRPr/>
            </a:pPr>
            <a:r>
              <a:rPr lang="ko-KR" altLang="en-US" sz="4000" b="1">
                <a:latin typeface="맑은 고딕"/>
                <a:ea typeface="맑은 고딕"/>
              </a:rPr>
              <a:t>   합당치 않사오나 한 말씀만 하소서</a:t>
            </a:r>
            <a:r>
              <a:rPr lang="en-US" altLang="ko-KR" sz="4000" b="1">
                <a:latin typeface="맑은 고딕"/>
                <a:ea typeface="맑은 고딕"/>
              </a:rPr>
              <a:t>.</a:t>
            </a:r>
            <a:endParaRPr lang="ko-KR" altLang="en-US" sz="4000" b="1">
              <a:latin typeface="맑은 고딕"/>
              <a:ea typeface="맑은 고딕"/>
            </a:endParaRPr>
          </a:p>
          <a:p>
            <a:pPr lvl="0">
              <a:lnSpc>
                <a:spcPct val="120000"/>
              </a:lnSpc>
              <a:buNone/>
              <a:defRPr/>
            </a:pPr>
            <a:r>
              <a:rPr lang="ko-KR" altLang="en-US" sz="4000" b="1">
                <a:latin typeface="맑은 고딕"/>
                <a:ea typeface="맑은 고딕"/>
              </a:rPr>
              <a:t>   제 영혼이 곧 나으리이다</a:t>
            </a:r>
            <a:r>
              <a:rPr lang="en-US" altLang="ko-KR" sz="4000" b="1">
                <a:latin typeface="맑은 고딕"/>
                <a:ea typeface="맑은 고딕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020341863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165"/>
          <p:cNvPicPr>
            <a:picLocks noChangeAspect="1"/>
          </p:cNvPicPr>
          <p:nvPr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6390" y="0"/>
            <a:ext cx="11539855" cy="6859270"/>
          </a:xfrm>
          <a:prstGeom prst="rect">
            <a:avLst/>
          </a:prstGeom>
          <a:noFill/>
        </p:spPr>
      </p:pic>
      <p:grpSp>
        <p:nvGrpSpPr>
          <p:cNvPr id="4" name="그룹 1001"/>
          <p:cNvGrpSpPr/>
          <p:nvPr/>
        </p:nvGrpSpPr>
        <p:grpSpPr>
          <a:xfrm>
            <a:off x="457200" y="177800"/>
            <a:ext cx="3538855" cy="1017905"/>
            <a:chOff x="457200" y="177800"/>
            <a:chExt cx="3538855" cy="1017905"/>
          </a:xfrm>
        </p:grpSpPr>
        <p:pic>
          <p:nvPicPr>
            <p:cNvPr id="5" name="Object 2"/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57200" y="177800"/>
              <a:ext cx="3538855" cy="1017905"/>
            </a:xfrm>
            <a:prstGeom prst="rect">
              <a:avLst/>
            </a:prstGeom>
          </p:spPr>
        </p:pic>
      </p:grpSp>
      <p:sp>
        <p:nvSpPr>
          <p:cNvPr id="6" name="TextBox 5"/>
          <p:cNvSpPr txBox="1"/>
          <p:nvPr/>
        </p:nvSpPr>
        <p:spPr>
          <a:xfrm>
            <a:off x="457200" y="294005"/>
            <a:ext cx="3410585" cy="784860"/>
          </a:xfrm>
          <a:prstGeom prst="rect">
            <a:avLst/>
          </a:prstGeom>
          <a:noFill/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wrap="square" lIns="60954" tIns="30477" rIns="60954" bIns="30477" rtlCol="0">
            <a:spAutoFit/>
          </a:bodyPr>
          <a:lstStyle/>
          <a:p>
            <a:r>
              <a:rPr lang="ko-KR" altLang="en-US" sz="4700" b="1">
                <a:ln w="28575">
                  <a:solidFill>
                    <a:schemeClr val="bg1"/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rPr>
              <a:t>영 성 체 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1152" y="2666047"/>
            <a:ext cx="11529695" cy="2204771"/>
          </a:xfrm>
          <a:prstGeom prst="rect">
            <a:avLst/>
          </a:prstGeom>
          <a:noFill/>
        </p:spPr>
        <p:txBody>
          <a:bodyPr vert="horz" wrap="square" lIns="60960" tIns="30480" rIns="60960" bIns="30480" anchor="t">
            <a:spAutoFit/>
          </a:bodyPr>
          <a:lstStyle/>
          <a:p>
            <a:pPr latinLnBrk="0">
              <a:lnSpc>
                <a:spcPct val="120000"/>
              </a:lnSpc>
              <a:defRPr/>
            </a:pPr>
            <a:r>
              <a:rPr lang="ko-KR" altLang="en-US" sz="4000" b="1" dirty="0">
                <a:latin typeface="맑은 고딕"/>
                <a:ea typeface="맑은 고딕"/>
              </a:rPr>
              <a:t>하느님, 당신 자애가 얼마나 존귀하옵니까! 모든 사람들이 당신 날개 그늘에 피신하나이다</a:t>
            </a:r>
            <a:r>
              <a:rPr lang="en-US" altLang="ko-KR" sz="4000" b="1" dirty="0">
                <a:latin typeface="맑은 고딕"/>
                <a:ea typeface="맑은 고딕"/>
              </a:rPr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05415" y="114935"/>
            <a:ext cx="1771650" cy="431165"/>
          </a:xfrm>
          <a:prstGeom prst="rect">
            <a:avLst/>
          </a:prstGeom>
          <a:noFill/>
        </p:spPr>
        <p:txBody>
          <a:bodyPr wrap="square" lIns="60954" tIns="30477" rIns="60954" bIns="30477" rtlCol="0">
            <a:spAutoFit/>
          </a:bodyPr>
          <a:lstStyle/>
          <a:p>
            <a:pPr algn="r"/>
            <a:r>
              <a:rPr lang="ko-KR" altLang="en-US" sz="2400" b="1">
                <a:latin typeface="맑은 고딕" panose="020B0503020000020004" pitchFamily="50" charset="-127"/>
                <a:ea typeface="맑은 고딕" panose="020B0503020000020004" pitchFamily="50" charset="-127"/>
              </a:rPr>
              <a:t>영성체 예식</a:t>
            </a:r>
          </a:p>
        </p:txBody>
      </p:sp>
    </p:spTree>
    <p:extLst>
      <p:ext uri="{BB962C8B-B14F-4D97-AF65-F5344CB8AC3E}">
        <p14:creationId xmlns:p14="http://schemas.microsoft.com/office/powerpoint/2010/main" val="4250106190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번호"/>
          <p:cNvSpPr/>
          <p:nvPr/>
        </p:nvSpPr>
        <p:spPr>
          <a:xfrm>
            <a:off x="0" y="0"/>
            <a:ext cx="1567543" cy="1015663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altLang="ko-KR" sz="6000" b="1" dirty="0"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115</a:t>
            </a:r>
          </a:p>
        </p:txBody>
      </p:sp>
      <p:pic>
        <p:nvPicPr>
          <p:cNvPr id="2" name="성가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605776" y="903248"/>
            <a:ext cx="10586224" cy="5954751"/>
          </a:xfrm>
          <a:prstGeom prst="rect">
            <a:avLst/>
          </a:prstGeom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번호"/>
          <p:cNvSpPr/>
          <p:nvPr/>
        </p:nvSpPr>
        <p:spPr>
          <a:xfrm>
            <a:off x="0" y="0"/>
            <a:ext cx="1567543" cy="1015663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altLang="ko-KR" sz="6000" b="1" dirty="0"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115</a:t>
            </a:r>
          </a:p>
        </p:txBody>
      </p:sp>
      <p:pic>
        <p:nvPicPr>
          <p:cNvPr id="2" name="성가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508258" y="714579"/>
            <a:ext cx="10683742" cy="6009605"/>
          </a:xfrm>
          <a:prstGeom prst="rect">
            <a:avLst/>
          </a:prstGeom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번호"/>
          <p:cNvSpPr/>
          <p:nvPr/>
        </p:nvSpPr>
        <p:spPr>
          <a:xfrm>
            <a:off x="0" y="0"/>
            <a:ext cx="1567543" cy="1015663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altLang="ko-KR" sz="6000" b="1" dirty="0"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118</a:t>
            </a:r>
          </a:p>
        </p:txBody>
      </p:sp>
      <p:pic>
        <p:nvPicPr>
          <p:cNvPr id="2" name="성가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291063" y="814039"/>
            <a:ext cx="10744820" cy="6043961"/>
          </a:xfrm>
          <a:prstGeom prst="rect">
            <a:avLst/>
          </a:prstGeom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번호"/>
          <p:cNvSpPr/>
          <p:nvPr/>
        </p:nvSpPr>
        <p:spPr>
          <a:xfrm>
            <a:off x="0" y="0"/>
            <a:ext cx="1567543" cy="1015663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altLang="ko-KR" sz="6000" b="1" dirty="0"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118</a:t>
            </a:r>
          </a:p>
        </p:txBody>
      </p:sp>
      <p:pic>
        <p:nvPicPr>
          <p:cNvPr id="2" name="성가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348058" y="758282"/>
            <a:ext cx="10843941" cy="6099717"/>
          </a:xfrm>
          <a:prstGeom prst="rect">
            <a:avLst/>
          </a:prstGeom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2834BA-8EBA-84B1-50BF-5C74981EAE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" descr="/Users/SUNDAYSCHOOL/Library/Group Containers/L48J367XN4.com.infraware.PolarisOfficeSA/EngineTemp/5598/fImage22491667798274.jpeg">
            <a:extLst>
              <a:ext uri="{FF2B5EF4-FFF2-40B4-BE49-F238E27FC236}">
                <a16:creationId xmlns:a16="http://schemas.microsoft.com/office/drawing/2014/main" id="{8BC7642A-E380-7625-B9E5-58730E6E455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2635" cy="6858635"/>
          </a:xfrm>
          <a:prstGeom prst="rect">
            <a:avLst/>
          </a:prstGeom>
          <a:noFill/>
        </p:spPr>
      </p:pic>
      <p:pic>
        <p:nvPicPr>
          <p:cNvPr id="6" name="Picture " descr="/Users/SUNDAYSCHOOL/Library/Group Containers/L48J367XN4.com.infraware.PolarisOfficeSA/EngineTemp/5598/fImage53959437805094.png">
            <a:extLst>
              <a:ext uri="{FF2B5EF4-FFF2-40B4-BE49-F238E27FC236}">
                <a16:creationId xmlns:a16="http://schemas.microsoft.com/office/drawing/2014/main" id="{761273BA-89F4-8A62-5166-56768FD4942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326390" y="0"/>
            <a:ext cx="11539855" cy="685927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710366275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번호"/>
          <p:cNvSpPr/>
          <p:nvPr/>
        </p:nvSpPr>
        <p:spPr>
          <a:xfrm>
            <a:off x="0" y="0"/>
            <a:ext cx="1567543" cy="1015663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altLang="ko-KR" sz="6000" b="1" dirty="0"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58</a:t>
            </a:r>
          </a:p>
        </p:txBody>
      </p:sp>
      <p:pic>
        <p:nvPicPr>
          <p:cNvPr id="2" name="성가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288584" y="724828"/>
            <a:ext cx="10903415" cy="6133171"/>
          </a:xfrm>
          <a:prstGeom prst="rect">
            <a:avLst/>
          </a:prstGeom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번호"/>
          <p:cNvSpPr/>
          <p:nvPr/>
        </p:nvSpPr>
        <p:spPr>
          <a:xfrm>
            <a:off x="0" y="0"/>
            <a:ext cx="1567543" cy="1015663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altLang="ko-KR" sz="6000" b="1" dirty="0"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58</a:t>
            </a:r>
          </a:p>
        </p:txBody>
      </p:sp>
      <p:pic>
        <p:nvPicPr>
          <p:cNvPr id="2" name="성가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090341" y="613317"/>
            <a:ext cx="11101659" cy="624468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MS P????"/>
        <a:font script="Hang" typeface="?? ??"/>
        <a:font script="Hans" typeface="??"/>
        <a:font script="Hant" typeface="????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MS P????"/>
        <a:font script="Hang" typeface="?? ??"/>
        <a:font script="Hans" typeface="??"/>
        <a:font script="Hant" typeface="????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MS P????"/>
        <a:font script="Hang" typeface="?? ??"/>
        <a:font script="Hans" typeface="??"/>
        <a:font script="Hant" typeface="????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MS P????"/>
        <a:font script="Hang" typeface="?? ??"/>
        <a:font script="Hans" typeface="??"/>
        <a:font script="Hant" typeface="????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3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MS P????"/>
        <a:font script="Hang" typeface="?? ??"/>
        <a:font script="Hans" typeface="??"/>
        <a:font script="Hant" typeface="????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MS P????"/>
        <a:font script="Hang" typeface="?? ??"/>
        <a:font script="Hans" typeface="??"/>
        <a:font script="Hant" typeface="????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01B6210AEA185C47A6E7BA7E6AAFEFC5" ma:contentTypeVersion="6" ma:contentTypeDescription="새 문서를 만듭니다." ma:contentTypeScope="" ma:versionID="74c314e2ca22649432f5d5ae6d8d6754">
  <xsd:schema xmlns:xsd="http://www.w3.org/2001/XMLSchema" xmlns:xs="http://www.w3.org/2001/XMLSchema" xmlns:p="http://schemas.microsoft.com/office/2006/metadata/properties" xmlns:ns3="160ab463-9374-4b3b-96b0-e31d501b01e8" targetNamespace="http://schemas.microsoft.com/office/2006/metadata/properties" ma:root="true" ma:fieldsID="6f61d1396601a9296bb4480f902d8acb" ns3:_="">
    <xsd:import namespace="160ab463-9374-4b3b-96b0-e31d501b01e8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3:MediaServiceSearchProperties" minOccurs="0"/>
                <xsd:element ref="ns3:_activity" minOccurs="0"/>
                <xsd:element ref="ns3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0ab463-9374-4b3b-96b0-e31d501b01e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_activity" ma:index="12" nillable="true" ma:displayName="_activity" ma:hidden="true" ma:internalName="_activity">
      <xsd:simpleType>
        <xsd:restriction base="dms:Note"/>
      </xsd:simpleType>
    </xsd:element>
    <xsd:element name="MediaServiceDateTaken" ma:index="13" nillable="true" ma:displayName="MediaServiceDateTaken" ma:hidden="true" ma:indexed="true" ma:internalName="MediaServiceDateTake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160ab463-9374-4b3b-96b0-e31d501b01e8" xsi:nil="true"/>
  </documentManagement>
</p:properties>
</file>

<file path=customXml/itemProps1.xml><?xml version="1.0" encoding="utf-8"?>
<ds:datastoreItem xmlns:ds="http://schemas.openxmlformats.org/officeDocument/2006/customXml" ds:itemID="{150B6FF6-9866-4BB5-8F50-D324E09C0316}">
  <ds:schemaRefs>
    <ds:schemaRef ds:uri="160ab463-9374-4b3b-96b0-e31d501b01e8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0/xmlns/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72D1DD2E-7DB6-44C5-8977-0240CDCA566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7AF12F15-B944-4071-8D91-93F57523CCFF}">
  <ds:schemaRefs>
    <ds:schemaRef ds:uri="http://purl.org/dc/terms/"/>
    <ds:schemaRef ds:uri="160ab463-9374-4b3b-96b0-e31d501b01e8"/>
    <ds:schemaRef ds:uri="http://www.w3.org/XML/1998/namespace"/>
    <ds:schemaRef ds:uri="http://schemas.openxmlformats.org/package/2006/metadata/core-properties"/>
    <ds:schemaRef ds:uri="http://purl.org/dc/dcmitype/"/>
    <ds:schemaRef ds:uri="http://schemas.microsoft.com/office/infopath/2007/PartnerControls"/>
    <ds:schemaRef ds:uri="http://schemas.microsoft.com/office/2006/documentManagement/types"/>
    <ds:schemaRef ds:uri="http://schemas.microsoft.com/office/2006/metadata/properties"/>
    <ds:schemaRef ds:uri="http://purl.org/dc/elements/1.1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260</TotalTime>
  <Words>709</Words>
  <Application>Microsoft Macintosh PowerPoint</Application>
  <PresentationFormat>와이드스크린</PresentationFormat>
  <Paragraphs>190</Paragraphs>
  <Slides>63</Slides>
  <Notes>16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6</vt:i4>
      </vt:variant>
      <vt:variant>
        <vt:lpstr>슬라이드 제목</vt:lpstr>
      </vt:variant>
      <vt:variant>
        <vt:i4>63</vt:i4>
      </vt:variant>
    </vt:vector>
  </HeadingPairs>
  <TitlesOfParts>
    <vt:vector size="76" baseType="lpstr">
      <vt:lpstr>나눔고딕</vt:lpstr>
      <vt:lpstr>맑은 고딕</vt:lpstr>
      <vt:lpstr>맑은 고딕</vt:lpstr>
      <vt:lpstr>메이플스토리</vt:lpstr>
      <vt:lpstr>Apple SD Gothic Neo</vt:lpstr>
      <vt:lpstr>Arial</vt:lpstr>
      <vt:lpstr>Calibri</vt:lpstr>
      <vt:lpstr>Office Theme</vt:lpstr>
      <vt:lpstr>1_Office Theme</vt:lpstr>
      <vt:lpstr>3_Office Theme</vt:lpstr>
      <vt:lpstr>Office theme</vt:lpstr>
      <vt:lpstr>Office theme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조땡</dc:creator>
  <cp:lastModifiedBy>조민기</cp:lastModifiedBy>
  <cp:revision>19</cp:revision>
  <dcterms:modified xsi:type="dcterms:W3CDTF">2026-09-11T05:01:38Z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0x01010001B6210AEA185C47A6E7BA7E6AAFEFC5</vt:lpwstr>
  </property>
</Properties>
</file>