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6925" r:id="rId4"/>
    <p:sldMasterId id="2147486926" r:id="rId5"/>
    <p:sldMasterId id="2147486927" r:id="rId6"/>
    <p:sldMasterId id="2147486928" r:id="rId7"/>
    <p:sldMasterId id="2147486930" r:id="rId8"/>
    <p:sldMasterId id="2147486942" r:id="rId9"/>
  </p:sldMasterIdLst>
  <p:notesMasterIdLst>
    <p:notesMasterId r:id="rId69"/>
  </p:notesMasterIdLst>
  <p:sldIdLst>
    <p:sldId id="256" r:id="rId10"/>
    <p:sldId id="642" r:id="rId11"/>
    <p:sldId id="667" r:id="rId12"/>
    <p:sldId id="668" r:id="rId13"/>
    <p:sldId id="666" r:id="rId14"/>
    <p:sldId id="638" r:id="rId15"/>
    <p:sldId id="2304" r:id="rId16"/>
    <p:sldId id="2305" r:id="rId17"/>
    <p:sldId id="655" r:id="rId18"/>
    <p:sldId id="404" r:id="rId19"/>
    <p:sldId id="574" r:id="rId20"/>
    <p:sldId id="594" r:id="rId21"/>
    <p:sldId id="613" r:id="rId22"/>
    <p:sldId id="614" r:id="rId23"/>
    <p:sldId id="615" r:id="rId24"/>
    <p:sldId id="616" r:id="rId25"/>
    <p:sldId id="617" r:id="rId26"/>
    <p:sldId id="618" r:id="rId27"/>
    <p:sldId id="619" r:id="rId28"/>
    <p:sldId id="620" r:id="rId29"/>
    <p:sldId id="621" r:id="rId30"/>
    <p:sldId id="622" r:id="rId31"/>
    <p:sldId id="646" r:id="rId32"/>
    <p:sldId id="512" r:id="rId33"/>
    <p:sldId id="645" r:id="rId34"/>
    <p:sldId id="509" r:id="rId35"/>
    <p:sldId id="670" r:id="rId36"/>
    <p:sldId id="323" r:id="rId37"/>
    <p:sldId id="393" r:id="rId38"/>
    <p:sldId id="2306" r:id="rId39"/>
    <p:sldId id="2307" r:id="rId40"/>
    <p:sldId id="288" r:id="rId41"/>
    <p:sldId id="582" r:id="rId42"/>
    <p:sldId id="289" r:id="rId43"/>
    <p:sldId id="569" r:id="rId44"/>
    <p:sldId id="496" r:id="rId45"/>
    <p:sldId id="592" r:id="rId46"/>
    <p:sldId id="503" r:id="rId47"/>
    <p:sldId id="593" r:id="rId48"/>
    <p:sldId id="657" r:id="rId49"/>
    <p:sldId id="397" r:id="rId50"/>
    <p:sldId id="572" r:id="rId51"/>
    <p:sldId id="428" r:id="rId52"/>
    <p:sldId id="589" r:id="rId53"/>
    <p:sldId id="429" r:id="rId54"/>
    <p:sldId id="590" r:id="rId55"/>
    <p:sldId id="430" r:id="rId56"/>
    <p:sldId id="591" r:id="rId57"/>
    <p:sldId id="573" r:id="rId58"/>
    <p:sldId id="525" r:id="rId59"/>
    <p:sldId id="403" r:id="rId60"/>
    <p:sldId id="305" r:id="rId61"/>
    <p:sldId id="2308" r:id="rId62"/>
    <p:sldId id="2309" r:id="rId63"/>
    <p:sldId id="2310" r:id="rId64"/>
    <p:sldId id="371" r:id="rId65"/>
    <p:sldId id="650" r:id="rId66"/>
    <p:sldId id="2311" r:id="rId67"/>
    <p:sldId id="2312" r:id="rId68"/>
  </p:sldIdLst>
  <p:sldSz cx="12192000" cy="6858000"/>
  <p:notesSz cx="6858000" cy="9144000"/>
  <p:defaultTextStyle>
    <a:defPPr>
      <a:defRPr lang="ko-KR"/>
    </a:defPPr>
    <a:lvl1pPr marL="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86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81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36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159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94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734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52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30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E6122B2-323C-482C-872D-6B1C364150D5}">
          <p14:sldIdLst>
            <p14:sldId id="256"/>
            <p14:sldId id="642"/>
            <p14:sldId id="667"/>
            <p14:sldId id="668"/>
            <p14:sldId id="666"/>
            <p14:sldId id="638"/>
            <p14:sldId id="2304"/>
            <p14:sldId id="2305"/>
            <p14:sldId id="655"/>
            <p14:sldId id="404"/>
            <p14:sldId id="574"/>
            <p14:sldId id="594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46"/>
            <p14:sldId id="512"/>
            <p14:sldId id="645"/>
            <p14:sldId id="509"/>
            <p14:sldId id="670"/>
            <p14:sldId id="323"/>
            <p14:sldId id="393"/>
            <p14:sldId id="2306"/>
            <p14:sldId id="2307"/>
            <p14:sldId id="288"/>
            <p14:sldId id="582"/>
            <p14:sldId id="289"/>
            <p14:sldId id="569"/>
            <p14:sldId id="496"/>
            <p14:sldId id="592"/>
            <p14:sldId id="503"/>
            <p14:sldId id="593"/>
            <p14:sldId id="657"/>
            <p14:sldId id="397"/>
            <p14:sldId id="572"/>
            <p14:sldId id="428"/>
            <p14:sldId id="589"/>
            <p14:sldId id="429"/>
            <p14:sldId id="590"/>
            <p14:sldId id="430"/>
            <p14:sldId id="591"/>
            <p14:sldId id="573"/>
            <p14:sldId id="525"/>
            <p14:sldId id="403"/>
            <p14:sldId id="305"/>
            <p14:sldId id="2308"/>
            <p14:sldId id="2309"/>
            <p14:sldId id="2310"/>
            <p14:sldId id="371"/>
            <p14:sldId id="650"/>
            <p14:sldId id="2311"/>
            <p14:sldId id="2312"/>
          </p14:sldIdLst>
        </p14:section>
        <p14:section name="제목 없는 섹션" id="{B2770ABF-7138-4AA0-AE9B-328585AE35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3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21" autoAdjust="0"/>
    <p:restoredTop sz="94661"/>
  </p:normalViewPr>
  <p:slideViewPr>
    <p:cSldViewPr snapToGrid="0">
      <p:cViewPr varScale="1">
        <p:scale>
          <a:sx n="113" d="100"/>
          <a:sy n="113" d="100"/>
        </p:scale>
        <p:origin x="216" y="192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" Type="http://schemas.openxmlformats.org/officeDocument/2006/relationships/slideMaster" Target="slideMasters/slideMaster4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03C520A-FAC0-4F5A-9991-60A13BB9FDB4}" type="datetime1">
              <a:rPr lang="ko-KR" altLang="en-US"/>
              <a:pPr lvl="0">
                <a:defRPr lang="ko-KR" altLang="en-US"/>
              </a:pPr>
              <a:t>2026. 10. 3.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5309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5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4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5B7D-1652-9219-D426-9CBF34A1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B2B9DC3-BB0D-AA7A-CADD-A5BE89800E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A5CBADED-3F46-E515-CCFB-CA2974386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15E1AFB7-5E5B-08DB-4DF7-8D4012047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98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8A5F-2FAE-F54A-983F-99498BED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56BAEDE-42A5-DF81-6BD1-7852501900C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F3E7EF0-15E2-14C0-C301-46A207B03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6E1126F-1FA3-25A9-48DB-53C740CFE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5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58E5-BDAA-211C-C830-4BAC6B1C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D92C26E-E3B6-3BA0-8733-2F45756126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593F1D54-9C0B-2F36-26BB-AF3D27968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F5475EA7-08F5-9EE3-D811-3624362F4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0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31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5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2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078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52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0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93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92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8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7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6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5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899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49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79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4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697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4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59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5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9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9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68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60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7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5" y="182043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3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74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9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00" indent="0">
              <a:buNone/>
              <a:defRPr sz="1900"/>
            </a:lvl2pPr>
            <a:lvl3pPr marL="608990" indent="0">
              <a:buNone/>
              <a:defRPr sz="1600"/>
            </a:lvl3pPr>
            <a:lvl4pPr marL="913490" indent="0">
              <a:buNone/>
              <a:defRPr sz="1300"/>
            </a:lvl4pPr>
            <a:lvl5pPr marL="1217980" indent="0">
              <a:buNone/>
              <a:defRPr sz="1300"/>
            </a:lvl5pPr>
            <a:lvl6pPr marL="1522480" indent="0">
              <a:buNone/>
              <a:defRPr sz="1300"/>
            </a:lvl6pPr>
            <a:lvl7pPr marL="1826977" indent="0">
              <a:buNone/>
              <a:defRPr sz="1300"/>
            </a:lvl7pPr>
            <a:lvl8pPr marL="2131470" indent="0">
              <a:buNone/>
              <a:defRPr sz="1300"/>
            </a:lvl8pPr>
            <a:lvl9pPr marL="243596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4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63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9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101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101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85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5300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2000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800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160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7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6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4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02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11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67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822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78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734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8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64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7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555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0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4" y="182041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1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7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60" indent="0">
              <a:buNone/>
              <a:defRPr sz="1900"/>
            </a:lvl2pPr>
            <a:lvl3pPr marL="609112" indent="0">
              <a:buNone/>
              <a:defRPr sz="1600"/>
            </a:lvl3pPr>
            <a:lvl4pPr marL="913672" indent="0">
              <a:buNone/>
              <a:defRPr sz="1300"/>
            </a:lvl4pPr>
            <a:lvl5pPr marL="1218224" indent="0">
              <a:buNone/>
              <a:defRPr sz="1300"/>
            </a:lvl5pPr>
            <a:lvl6pPr marL="1522784" indent="0">
              <a:buNone/>
              <a:defRPr sz="1300"/>
            </a:lvl6pPr>
            <a:lvl7pPr marL="1827341" indent="0">
              <a:buNone/>
              <a:defRPr sz="1300"/>
            </a:lvl7pPr>
            <a:lvl8pPr marL="2131896" indent="0">
              <a:buNone/>
              <a:defRPr sz="1300"/>
            </a:lvl8pPr>
            <a:lvl9pPr marL="2436448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2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7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564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9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9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75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4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부제목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8166F1F-CE9B-4651-A6AA-CD717754106B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415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7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53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43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907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38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861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33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81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770" indent="0">
              <a:buNone/>
              <a:defRPr sz="1900"/>
            </a:lvl2pPr>
            <a:lvl3pPr marL="609539" indent="0">
              <a:buNone/>
              <a:defRPr sz="1600"/>
            </a:lvl3pPr>
            <a:lvl4pPr marL="914309" indent="0">
              <a:buNone/>
              <a:defRPr sz="1300"/>
            </a:lvl4pPr>
            <a:lvl5pPr marL="1219078" indent="0">
              <a:buNone/>
              <a:defRPr sz="1300"/>
            </a:lvl5pPr>
            <a:lvl6pPr marL="1523848" indent="0">
              <a:buNone/>
              <a:defRPr sz="1300"/>
            </a:lvl6pPr>
            <a:lvl7pPr marL="1828617" indent="0">
              <a:buNone/>
              <a:defRPr sz="1300"/>
            </a:lvl7pPr>
            <a:lvl8pPr marL="2133387" indent="0">
              <a:buNone/>
              <a:defRPr sz="1300"/>
            </a:lvl8pPr>
            <a:lvl9pPr marL="2438156" indent="0">
              <a:buNone/>
              <a:defRPr sz="1300"/>
            </a:lvl9pPr>
          </a:lstStyle>
          <a:p>
            <a:pPr lvl="0">
              <a:defRPr lang="ko-KR" altLang="en-US"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670" cy="76327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670" cy="301879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669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2566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60900" tIns="30450" rIns="60900" bIns="3045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2"/>
            <a:ext cx="5486400" cy="3017309"/>
          </a:xfrm>
          <a:prstGeom prst="rect">
            <a:avLst/>
          </a:prstGeom>
        </p:spPr>
        <p:txBody>
          <a:bodyPr vert="horz" lIns="60900" tIns="30450" rIns="60900" bIns="304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74"/>
            <a:ext cx="1930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4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6944" r:id="rId12"/>
  </p:sldLayoutIdLst>
  <p:txStyles>
    <p:titleStyle>
      <a:lvl1pPr algn="ctr" defTabSz="608990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0" indent="-228370" algn="l" defTabSz="608990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804" indent="-190310" algn="l" defTabSz="608990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4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73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23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4721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22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371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21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0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89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4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79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6977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47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596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12" tIns="30456" rIns="60912" bIns="30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12" tIns="30456" rIns="60912" bIns="30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4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5" r:id="rId1"/>
    <p:sldLayoutId id="2147484796" r:id="rId2"/>
    <p:sldLayoutId id="2147484797" r:id="rId3"/>
    <p:sldLayoutId id="2147484798" r:id="rId4"/>
    <p:sldLayoutId id="2147484799" r:id="rId5"/>
    <p:sldLayoutId id="2147484800" r:id="rId6"/>
    <p:sldLayoutId id="2147484801" r:id="rId7"/>
    <p:sldLayoutId id="2147484802" r:id="rId8"/>
    <p:sldLayoutId id="2147484803" r:id="rId9"/>
    <p:sldLayoutId id="2147484804" r:id="rId10"/>
    <p:sldLayoutId id="2147484805" r:id="rId11"/>
    <p:sldLayoutId id="2147486943" r:id="rId12"/>
  </p:sldLayoutIdLst>
  <p:txStyles>
    <p:titleStyle>
      <a:lvl1pPr algn="ctr" defTabSz="609112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6" indent="-228416" algn="l" defTabSz="609112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902" indent="-190348" algn="l" defTabSz="609112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392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951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504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505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61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4175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728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6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11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67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22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78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7341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896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6448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54" tIns="30477" rIns="60954" bIns="3047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54" tIns="30477" rIns="60954" bIns="3047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10/3/26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6" r:id="rId1"/>
    <p:sldLayoutId id="2147484807" r:id="rId2"/>
    <p:sldLayoutId id="2147484808" r:id="rId3"/>
    <p:sldLayoutId id="2147484809" r:id="rId4"/>
    <p:sldLayoutId id="2147484810" r:id="rId5"/>
    <p:sldLayoutId id="2147484811" r:id="rId6"/>
    <p:sldLayoutId id="2147484812" r:id="rId7"/>
    <p:sldLayoutId id="2147484813" r:id="rId8"/>
    <p:sldLayoutId id="2147484814" r:id="rId9"/>
    <p:sldLayoutId id="2147484815" r:id="rId10"/>
    <p:sldLayoutId id="2147484816" r:id="rId11"/>
  </p:sldLayoutIdLst>
  <p:txStyles>
    <p:titleStyle>
      <a:lvl1pPr algn="ctr" defTabSz="609539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609539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250" indent="-190481" algn="l" defTabSz="609539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24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9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3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0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77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54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3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0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7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84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1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38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156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3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  <p:sldLayoutId id="2147486945" r:id="rId12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9" r:id="rId1"/>
    <p:sldLayoutId id="2147485820" r:id="rId2"/>
    <p:sldLayoutId id="2147485821" r:id="rId3"/>
    <p:sldLayoutId id="2147485822" r:id="rId4"/>
    <p:sldLayoutId id="2147485823" r:id="rId5"/>
    <p:sldLayoutId id="2147485824" r:id="rId6"/>
    <p:sldLayoutId id="2147485825" r:id="rId7"/>
    <p:sldLayoutId id="2147485826" r:id="rId8"/>
    <p:sldLayoutId id="2147485827" r:id="rId9"/>
    <p:sldLayoutId id="2147485828" r:id="rId10"/>
    <p:sldLayoutId id="214748582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10/3/26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74" r:id="rId1"/>
    <p:sldLayoutId id="2147486375" r:id="rId2"/>
    <p:sldLayoutId id="2147486376" r:id="rId3"/>
    <p:sldLayoutId id="2147486377" r:id="rId4"/>
    <p:sldLayoutId id="2147486378" r:id="rId5"/>
    <p:sldLayoutId id="2147486379" r:id="rId6"/>
    <p:sldLayoutId id="2147486380" r:id="rId7"/>
    <p:sldLayoutId id="2147486381" r:id="rId8"/>
    <p:sldLayoutId id="2147486382" r:id="rId9"/>
    <p:sldLayoutId id="2147486383" r:id="rId10"/>
    <p:sldLayoutId id="2147486384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03930" y="4165600"/>
            <a:ext cx="5339080" cy="2692400"/>
            <a:chOff x="3503930" y="4165600"/>
            <a:chExt cx="5339080" cy="26924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503930" y="4165600"/>
              <a:ext cx="5339715" cy="26930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339975" y="22225"/>
            <a:ext cx="7960995" cy="4206875"/>
            <a:chOff x="2339975" y="22225"/>
            <a:chExt cx="7960995" cy="42068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40000">
              <a:off x="2339975" y="22225"/>
              <a:ext cx="7961630" cy="4207510"/>
            </a:xfrm>
            <a:prstGeom prst="rect">
              <a:avLst/>
            </a:prstGeom>
            <a:noFill/>
          </p:spPr>
        </p:pic>
      </p:grpSp>
      <p:pic>
        <p:nvPicPr>
          <p:cNvPr id="1003" name="그림 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44"/>
            <a:ext cx="11540490" cy="685990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78131" y="2551933"/>
            <a:ext cx="8235738" cy="1723549"/>
          </a:xfrm>
          <a:prstGeom prst="rect">
            <a:avLst/>
          </a:prstGeom>
          <a:noFill/>
          <a:ln w="0"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anchor="t">
            <a:spAutoFit/>
          </a:bodyPr>
          <a:lstStyle/>
          <a:p>
            <a:pPr algn="ctr" defTabSz="571500" latinLnBrk="0">
              <a:defRPr lang="ko-KR"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연중 제 27 주일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115" y="5987415"/>
            <a:ext cx="3144520" cy="708025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개포동성당 </a:t>
            </a:r>
          </a:p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초등부 주일학교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6341110"/>
            <a:ext cx="3150235" cy="38481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defTabSz="571500" latinLnBrk="0">
              <a:buFontTx/>
              <a:buNone/>
              <a:defRPr lang="ko-KR"/>
            </a:pPr>
            <a:r>
              <a:rPr lang="en-US" altLang="ko-KR" sz="2100" b="1" dirty="0">
                <a:solidFill>
                  <a:srgbClr val="000000"/>
                </a:solidFill>
                <a:latin typeface="맑은 고딕"/>
                <a:ea typeface="맑은 고딕"/>
              </a:rPr>
              <a:t>2026.10.03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7430" y="330200"/>
            <a:ext cx="4622800" cy="147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7430" y="523240"/>
            <a:ext cx="4986655" cy="109259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48" tIns="30474" rIns="60948" bIns="30474" rtlCol="0">
            <a:spAutoFit/>
          </a:bodyPr>
          <a:lstStyle/>
          <a:p>
            <a:pPr defTabSz="609478" latinLnBrk="0"/>
            <a:r>
              <a:rPr lang="ko-KR" altLang="en-US" sz="6700" b="1">
                <a:ln w="28575">
                  <a:solidFill>
                    <a:prstClr val="white"/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 배치표</a:t>
            </a:r>
          </a:p>
        </p:txBody>
      </p:sp>
      <p:pic>
        <p:nvPicPr>
          <p:cNvPr id="8" name="그림 6" descr="/Users/SUNDAYSCHOOL/Library/Group Containers/L48J367XN4.com.infraware.PolarisOfficeSA/EngineTemp/5598/fImage423620648719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14068"/>
            <a:ext cx="11539855" cy="6859270"/>
          </a:xfrm>
          <a:prstGeom prst="rect">
            <a:avLst/>
          </a:prstGeom>
          <a:noFill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2986E7-8A77-578F-610A-9F38AF0C9B6E}"/>
              </a:ext>
            </a:extLst>
          </p:cNvPr>
          <p:cNvSpPr/>
          <p:nvPr/>
        </p:nvSpPr>
        <p:spPr>
          <a:xfrm>
            <a:off x="9236710" y="1718070"/>
            <a:ext cx="193548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err="1">
                <a:solidFill>
                  <a:schemeClr val="tx1"/>
                </a:solidFill>
              </a:rPr>
              <a:t>해설대</a:t>
            </a:r>
            <a:endParaRPr lang="ko-KR" altLang="en-US" sz="2800" b="1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3820" y="2575955"/>
            <a:ext cx="2147501" cy="625744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ko-KR" altLang="en-US" sz="2400" b="1" err="1">
                <a:solidFill>
                  <a:schemeClr val="tx1"/>
                </a:solidFill>
              </a:rPr>
              <a:t>전례부</a:t>
            </a:r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05841" y="5972534"/>
            <a:ext cx="10166349" cy="769219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성인</a:t>
            </a:r>
            <a:r>
              <a:rPr lang="en-US" altLang="ko-KR" sz="2800" b="1">
                <a:solidFill>
                  <a:schemeClr val="tx1"/>
                </a:solidFill>
              </a:rPr>
              <a:t>, </a:t>
            </a:r>
            <a:r>
              <a:rPr lang="ko-KR" altLang="en-US" sz="2800" b="1">
                <a:solidFill>
                  <a:schemeClr val="tx1"/>
                </a:solidFill>
              </a:rPr>
              <a:t>학부모석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C6B414-FBAC-14A6-AE43-7AEFEAF13D88}"/>
              </a:ext>
            </a:extLst>
          </p:cNvPr>
          <p:cNvSpPr/>
          <p:nvPr/>
        </p:nvSpPr>
        <p:spPr>
          <a:xfrm>
            <a:off x="4990449" y="1617283"/>
            <a:ext cx="176784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tx1"/>
                </a:solidFill>
              </a:rPr>
              <a:t>제대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236710" y="3208528"/>
            <a:ext cx="1935480" cy="24456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  <a:cs typeface="Calibri"/>
              </a:rPr>
              <a:t>6</a:t>
            </a:r>
            <a:r>
              <a:rPr lang="ko-KR" altLang="en-US" sz="2800" b="1">
                <a:solidFill>
                  <a:schemeClr val="tx1"/>
                </a:solidFill>
                <a:cs typeface="Calibri"/>
              </a:rPr>
              <a:t>학년</a:t>
            </a:r>
            <a:endParaRPr lang="en-US" altLang="ko-KR" sz="2800" b="1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36710" y="2587215"/>
            <a:ext cx="1935480" cy="6265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성가대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93819" y="3183958"/>
            <a:ext cx="2147501" cy="2449692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ko-KR" altLang="en-US" sz="2400" b="1" err="1">
                <a:solidFill>
                  <a:schemeClr val="tx1"/>
                </a:solidFill>
                <a:cs typeface="Calibri"/>
              </a:rPr>
              <a:t>유치부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 </a:t>
            </a:r>
            <a:endParaRPr lang="en-US" altLang="ko-KR" sz="2400" b="1">
              <a:solidFill>
                <a:schemeClr val="tx1"/>
              </a:solidFill>
              <a:cs typeface="Calibri"/>
            </a:endParaRP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1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2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6F67B3-34A9-A227-93D0-8C8D80A094E3}"/>
              </a:ext>
            </a:extLst>
          </p:cNvPr>
          <p:cNvSpPr/>
          <p:nvPr/>
        </p:nvSpPr>
        <p:spPr>
          <a:xfrm>
            <a:off x="6758289" y="2587215"/>
            <a:ext cx="1935480" cy="308071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3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6F7296-345D-2C72-7A29-E47225E85F77}"/>
              </a:ext>
            </a:extLst>
          </p:cNvPr>
          <p:cNvSpPr/>
          <p:nvPr/>
        </p:nvSpPr>
        <p:spPr>
          <a:xfrm>
            <a:off x="3341619" y="2632697"/>
            <a:ext cx="1935480" cy="1563703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4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A1B53B-EA57-065D-35A5-16FE7F360948}"/>
              </a:ext>
            </a:extLst>
          </p:cNvPr>
          <p:cNvSpPr/>
          <p:nvPr/>
        </p:nvSpPr>
        <p:spPr>
          <a:xfrm>
            <a:off x="3341618" y="4196401"/>
            <a:ext cx="1931421" cy="143725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5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</p:spTree>
    <p:extLst>
      <p:ext uri="{BB962C8B-B14F-4D97-AF65-F5344CB8AC3E}">
        <p14:creationId xmlns:p14="http://schemas.microsoft.com/office/powerpoint/2010/main" val="240436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C8B7-3F13-1500-F77C-F829490B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C07D7D4-4A9F-F9E0-B837-07293F82C6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9D9275-5D7A-01FE-B0AB-408BAF599076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6B418D-8AFD-AF1E-01CC-5AD93F7BCCF2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사랑하시는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자비로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초대해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주심에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감사드립니다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아버지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자신을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맡겨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드리오니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젊은이들이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위로받고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친교와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일치의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기쁨을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누리게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'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영원히'세상을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이기신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그리스도님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용기를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내어라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말씀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희망을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발견하고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</a:t>
            </a:r>
            <a:r>
              <a:rPr lang="ko-KR" altLang="en-US" sz="2800" b="1" dirty="0">
                <a:latin typeface="Malgun Gothic"/>
                <a:ea typeface="Malgun Gothic"/>
                <a:cs typeface="Calibri"/>
              </a:rPr>
              <a:t>서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십자가가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승리임을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깨닫게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847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600E-627A-2054-91FD-225DC776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CCE3B714-A111-1869-374A-F963CEDA55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21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074B3A-B2D8-D21E-A004-5786A9C3AADF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693660-2718-9EF7-1015-DBB6B7543FCE}"/>
              </a:ext>
            </a:extLst>
          </p:cNvPr>
          <p:cNvSpPr txBox="1">
            <a:spLocks/>
          </p:cNvSpPr>
          <p:nvPr/>
        </p:nvSpPr>
        <p:spPr>
          <a:xfrm>
            <a:off x="196757" y="1898805"/>
            <a:ext cx="11797015" cy="482663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불꽃이신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성령님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놀라운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손길로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땅에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복음의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씨앗을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심으셨으니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한국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순교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성인들의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믿음이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가슴에도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타올라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평화와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진리의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복음을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살아가는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제자가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 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청년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순례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여정을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통해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모두가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서로의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목소리를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경청하고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뜻을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찾으며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 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백성이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함께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걷는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시노드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아멘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908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DE70-4950-628D-EB42-C40A9A7E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A7734B0C-89E7-679F-9386-16259BA03D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2E8B1B-7DF6-2470-7E2B-F59D3046E874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39237C-61E8-7605-6988-0EFDCA609C2A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50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502942" y="2552472"/>
            <a:ext cx="11186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/>
              <a:t>미사가 곧 시작합니다</a:t>
            </a:r>
            <a:r>
              <a:rPr lang="en-US" altLang="ko-KR" sz="5400" b="1"/>
              <a:t>.</a:t>
            </a:r>
          </a:p>
          <a:p>
            <a:pPr algn="ctr"/>
            <a:r>
              <a:rPr lang="ko-KR" altLang="en-US" sz="5400" b="1"/>
              <a:t>지금은 조용히 기도하는 시간입니다</a:t>
            </a:r>
            <a:r>
              <a:rPr lang="en-US" altLang="ko-KR" sz="5400" b="1"/>
              <a:t>.</a:t>
            </a:r>
            <a:endParaRPr lang="ko-KR" altLang="en-US" sz="5400" b="1"/>
          </a:p>
        </p:txBody>
      </p:sp>
    </p:spTree>
    <p:extLst>
      <p:ext uri="{BB962C8B-B14F-4D97-AF65-F5344CB8AC3E}">
        <p14:creationId xmlns:p14="http://schemas.microsoft.com/office/powerpoint/2010/main" val="4035177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43250" y="530578"/>
            <a:ext cx="11248750" cy="6327422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03110" y="508000"/>
            <a:ext cx="11288889" cy="6350000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E025-AAA6-7590-3051-9FFEE06F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D85F1270-272D-C318-CB9F-2F3D2D5FBE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DFF33B29-1B96-402F-5FBF-1DB7265DA8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9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rcRect l="9750" t="1110" r="9750" b="39190"/>
          <a:stretch>
            <a:fillRect/>
          </a:stretch>
        </p:blipFill>
        <p:spPr>
          <a:xfrm>
            <a:off x="0" y="782841"/>
            <a:ext cx="12221681" cy="52923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20" t="1950" r="10300" b="69840"/>
          <a:stretch>
            <a:fillRect/>
          </a:stretch>
        </p:blipFill>
        <p:spPr>
          <a:xfrm>
            <a:off x="0" y="3508068"/>
            <a:ext cx="12192000" cy="257033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l="9750" t="65850" r="10510" b="5980"/>
          <a:stretch>
            <a:fillRect/>
          </a:stretch>
        </p:blipFill>
        <p:spPr>
          <a:xfrm>
            <a:off x="-1" y="993321"/>
            <a:ext cx="12192001" cy="25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7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270" t="34920" r="10440" b="4880"/>
          <a:stretch>
            <a:fillRect/>
          </a:stretch>
        </p:blipFill>
        <p:spPr>
          <a:xfrm>
            <a:off x="0" y="676141"/>
            <a:ext cx="12192000" cy="55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2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330" t="2510" r="8240" b="50290"/>
          <a:stretch>
            <a:fillRect/>
          </a:stretch>
        </p:blipFill>
        <p:spPr>
          <a:xfrm>
            <a:off x="0" y="1114198"/>
            <a:ext cx="12191998" cy="46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180" t="50000" r="8090"/>
          <a:stretch>
            <a:fillRect/>
          </a:stretch>
        </p:blipFill>
        <p:spPr>
          <a:xfrm>
            <a:off x="0" y="981573"/>
            <a:ext cx="12211962" cy="48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8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10750" t="1830" r="8300" b="16230"/>
          <a:stretch>
            <a:fillRect/>
          </a:stretch>
        </p:blipFill>
        <p:spPr>
          <a:xfrm>
            <a:off x="403366" y="0"/>
            <a:ext cx="11385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11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10000" t="11490" r="10000" b="44250"/>
          <a:stretch>
            <a:fillRect/>
          </a:stretch>
        </p:blipFill>
        <p:spPr>
          <a:xfrm>
            <a:off x="0" y="1162008"/>
            <a:ext cx="12244073" cy="453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78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690" t="57220" r="10000" b="1610"/>
          <a:stretch>
            <a:fillRect/>
          </a:stretch>
        </p:blipFill>
        <p:spPr>
          <a:xfrm>
            <a:off x="-13356" y="1332459"/>
            <a:ext cx="12218714" cy="41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50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l="9290" t="2620" r="10350" b="11930"/>
          <a:stretch>
            <a:fillRect/>
          </a:stretch>
        </p:blipFill>
        <p:spPr>
          <a:xfrm>
            <a:off x="298359" y="0"/>
            <a:ext cx="115952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9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10020" t="5250" r="9250" b="49050"/>
          <a:stretch>
            <a:fillRect/>
          </a:stretch>
        </p:blipFill>
        <p:spPr>
          <a:xfrm>
            <a:off x="0" y="1099813"/>
            <a:ext cx="12171751" cy="46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33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9870" t="51790" r="9410" b="1600"/>
          <a:stretch>
            <a:fillRect/>
          </a:stretch>
        </p:blipFill>
        <p:spPr>
          <a:xfrm>
            <a:off x="-20354" y="1045385"/>
            <a:ext cx="12212354" cy="47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20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l="10040" r="8770" b="9560"/>
          <a:stretch>
            <a:fillRect/>
          </a:stretch>
        </p:blipFill>
        <p:spPr>
          <a:xfrm>
            <a:off x="304132" y="0"/>
            <a:ext cx="11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9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40" t="19640" r="9800" b="20240"/>
          <a:stretch>
            <a:fillRect/>
          </a:stretch>
        </p:blipFill>
        <p:spPr>
          <a:xfrm>
            <a:off x="574522" y="0"/>
            <a:ext cx="110429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50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E1D-5426-B7C2-B0B4-E6F1612E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E22D7531-5060-C3E8-C522-C8953C1C72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74C1BF2-C44C-7EE4-D20A-BB9F6FE56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848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76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A8091-C37A-6669-2B60-EBC6AABC7E8C}"/>
              </a:ext>
            </a:extLst>
          </p:cNvPr>
          <p:cNvSpPr txBox="1"/>
          <p:nvPr/>
        </p:nvSpPr>
        <p:spPr>
          <a:xfrm>
            <a:off x="153035" y="988059"/>
            <a:ext cx="11888470" cy="4109458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dirty="0">
                <a:latin typeface="맑은 고딕"/>
                <a:ea typeface="맑은 고딕"/>
              </a:rPr>
              <a:t>▥ 이사야서의 말씀입니다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r>
              <a:rPr lang="en-US" altLang="ko-KR" dirty="0">
                <a:latin typeface="Malgun Gothic"/>
                <a:ea typeface="Malgun Gothic"/>
              </a:rPr>
              <a:t>5,1-7</a:t>
            </a:r>
            <a:endParaRPr lang="en-US" altLang="ko-KR" sz="1400" b="0" dirty="0">
              <a:solidFill>
                <a:srgbClr val="111111"/>
              </a:solidFill>
              <a:highlight>
                <a:srgbClr val="FFFFFF"/>
              </a:highlight>
              <a:latin typeface="메이플스토리"/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...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0">
              <a:buFontTx/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354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8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/>
                <a:ea typeface="맑은 고딕"/>
              </a:rPr>
              <a:t>화답송</a:t>
            </a:r>
            <a:endParaRPr lang="ko-KR" altLang="en-US" sz="4800" b="1"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r">
              <a:defRPr lang="ko-KR"/>
            </a:pPr>
            <a:r>
              <a:rPr lang="ko-KR" altLang="en-US" sz="2400" b="1">
                <a:latin typeface="맑은 고딕"/>
                <a:ea typeface="맑은 고딕"/>
              </a:rPr>
              <a:t>말씀 전례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D8F44-5CCE-316D-A704-73E8B8FA0D64}"/>
              </a:ext>
            </a:extLst>
          </p:cNvPr>
          <p:cNvSpPr txBox="1"/>
          <p:nvPr/>
        </p:nvSpPr>
        <p:spPr>
          <a:xfrm>
            <a:off x="325755" y="3523218"/>
            <a:ext cx="11539855" cy="1663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latin typeface="맑은 고딕"/>
                <a:ea typeface="맑은 고딕"/>
              </a:rPr>
              <a:t>주님의 포도밭은 이스라엘 집안이라네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ko-Kore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91915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88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53035" y="988059"/>
            <a:ext cx="11888470" cy="3278462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sz="3600" b="1" dirty="0">
                <a:latin typeface="맑은 고딕"/>
                <a:ea typeface="맑은 고딕"/>
              </a:rPr>
              <a:t>▥ </a:t>
            </a:r>
            <a:r>
              <a:rPr lang="ko-KR" altLang="en-US" dirty="0">
                <a:latin typeface="맑은 고딕"/>
                <a:ea typeface="맑은 고딕"/>
              </a:rPr>
              <a:t>사도 바오로의 필리피</a:t>
            </a:r>
            <a:r>
              <a:rPr lang="ko-KR" altLang="en-US" sz="3600" b="1" dirty="0">
                <a:latin typeface="맑은 고딕"/>
                <a:ea typeface="맑은 고딕"/>
              </a:rPr>
              <a:t>서 말씀입니다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cap="all" dirty="0"/>
              <a:t>4,6-9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○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8155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AF6E-B15C-A67B-94C6-911E83E5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DC088845-B158-A824-E5E7-AF6018ED4919}"/>
              </a:ext>
            </a:extLst>
          </p:cNvPr>
          <p:cNvGrpSpPr/>
          <p:nvPr/>
        </p:nvGrpSpPr>
        <p:grpSpPr>
          <a:xfrm>
            <a:off x="457200" y="177800"/>
            <a:ext cx="3860165" cy="1018540"/>
            <a:chOff x="457200" y="177800"/>
            <a:chExt cx="3860165" cy="1018540"/>
          </a:xfrm>
        </p:grpSpPr>
        <p:pic>
          <p:nvPicPr>
            <p:cNvPr id="5" name="Picture ">
              <a:extLst>
                <a:ext uri="{FF2B5EF4-FFF2-40B4-BE49-F238E27FC236}">
                  <a16:creationId xmlns:a16="http://schemas.microsoft.com/office/drawing/2014/main" id="{6BA1D11A-4390-A28F-445F-641772657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77800"/>
              <a:ext cx="3860165" cy="1018540"/>
            </a:xfrm>
            <a:prstGeom prst="rect">
              <a:avLst/>
            </a:prstGeom>
            <a:noFill/>
          </p:spPr>
        </p:pic>
      </p:grpSp>
      <p:sp>
        <p:nvSpPr>
          <p:cNvPr id="6" name="Rect 0">
            <a:extLst>
              <a:ext uri="{FF2B5EF4-FFF2-40B4-BE49-F238E27FC236}">
                <a16:creationId xmlns:a16="http://schemas.microsoft.com/office/drawing/2014/main" id="{29BDD9D6-9346-0B54-9114-81F86794556C}"/>
              </a:ext>
            </a:extLst>
          </p:cNvPr>
          <p:cNvSpPr txBox="1">
            <a:spLocks/>
          </p:cNvSpPr>
          <p:nvPr/>
        </p:nvSpPr>
        <p:spPr>
          <a:xfrm>
            <a:off x="457200" y="325120"/>
            <a:ext cx="4088130" cy="785495"/>
          </a:xfrm>
          <a:prstGeom prst="rect">
            <a:avLst/>
          </a:prstGeom>
          <a:noFill/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latinLnBrk="0">
              <a:buFontTx/>
              <a:buNone/>
              <a:defRPr lang="ko-KR"/>
            </a:pPr>
            <a:r>
              <a:rPr lang="ko-KR" altLang="en-US" sz="4700" b="1">
                <a:ln w="28575" cap="flat" cmpd="sng">
                  <a:solidFill>
                    <a:schemeClr val="bg1">
                      <a:alpha val="100000"/>
                    </a:schemeClr>
                  </a:solidFill>
                  <a:prstDash val="solid"/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복 음 환 호 송</a:t>
            </a:r>
          </a:p>
        </p:txBody>
      </p:sp>
      <p:sp>
        <p:nvSpPr>
          <p:cNvPr id="8" name="Rect 0">
            <a:extLst>
              <a:ext uri="{FF2B5EF4-FFF2-40B4-BE49-F238E27FC236}">
                <a16:creationId xmlns:a16="http://schemas.microsoft.com/office/drawing/2014/main" id="{2C69C67D-8925-232C-2235-F77311DD4CFC}"/>
              </a:ext>
            </a:extLst>
          </p:cNvPr>
          <p:cNvSpPr txBox="1">
            <a:spLocks/>
          </p:cNvSpPr>
          <p:nvPr/>
        </p:nvSpPr>
        <p:spPr>
          <a:xfrm>
            <a:off x="10353675" y="114935"/>
            <a:ext cx="1718945" cy="431800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latinLnBrk="0">
              <a:buFontTx/>
              <a:buNone/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16" name="그림 104">
            <a:extLst>
              <a:ext uri="{FF2B5EF4-FFF2-40B4-BE49-F238E27FC236}">
                <a16:creationId xmlns:a16="http://schemas.microsoft.com/office/drawing/2014/main" id="{9DA39B84-A5C7-A9FE-6133-70FE8B2735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4" name="Rect 0">
            <a:extLst>
              <a:ext uri="{FF2B5EF4-FFF2-40B4-BE49-F238E27FC236}">
                <a16:creationId xmlns:a16="http://schemas.microsoft.com/office/drawing/2014/main" id="{275BFB58-7CE0-281A-59A2-404C82ED8586}"/>
              </a:ext>
            </a:extLst>
          </p:cNvPr>
          <p:cNvSpPr txBox="1"/>
          <p:nvPr/>
        </p:nvSpPr>
        <p:spPr>
          <a:xfrm>
            <a:off x="200025" y="1702630"/>
            <a:ext cx="11872595" cy="49404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알렐루야.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○ 주님이 말씀하신다. 내가 너희를 세상에서 뽑아 세웠으니, 가서 열매를 맺어라. 너희 열매는 길이 남으리라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solidFill>
                  <a:srgbClr val="000000"/>
                </a:solidFill>
                <a:latin typeface="맑은 고딕"/>
                <a:ea typeface="맑은 고딕"/>
              </a:rPr>
              <a:t>알렐루야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en-US" altLang="ko-KR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2334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330" y="127000"/>
            <a:ext cx="173228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복음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10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2895" y="1753552"/>
            <a:ext cx="11889105" cy="3278462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/>
                <a:ea typeface="메이플스토리"/>
              </a:defRPr>
            </a:lvl1pPr>
          </a:lstStyle>
          <a:p>
            <a:pPr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✠ </a:t>
            </a:r>
            <a:r>
              <a:rPr lang="ko-KR" altLang="en-US" sz="3600" b="1" dirty="0" err="1">
                <a:latin typeface="맑은 고딕"/>
                <a:ea typeface="맑은 고딕"/>
              </a:rPr>
              <a:t>마태오가</a:t>
            </a:r>
            <a:r>
              <a:rPr lang="ko-KR" altLang="en-US" dirty="0">
                <a:latin typeface="맑은 고딕"/>
                <a:ea typeface="맑은 고딕"/>
              </a:rPr>
              <a:t> 전한 거룩한 복음입니다</a:t>
            </a:r>
            <a:r>
              <a:rPr lang="en-US" altLang="ko-KR" dirty="0">
                <a:latin typeface="맑은 고딕"/>
                <a:ea typeface="맑은 고딕"/>
              </a:rPr>
              <a:t>.</a:t>
            </a:r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21,33-43</a:t>
            </a: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주님의 말씀입니다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 </a:t>
            </a: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ko-KR" altLang="en-US" sz="3600" b="1" dirty="0">
                <a:latin typeface="맑은 고딕"/>
                <a:ea typeface="맑은 고딕"/>
              </a:rPr>
              <a:t>그리스도님</a:t>
            </a:r>
            <a:r>
              <a:rPr lang="en-US" altLang="ko-KR" sz="3600" b="1" dirty="0">
                <a:latin typeface="맑은 고딕"/>
                <a:ea typeface="맑은 고딕"/>
              </a:rPr>
              <a:t>,</a:t>
            </a:r>
            <a:r>
              <a:rPr lang="ko-KR" altLang="en-US" sz="3600" b="1" dirty="0">
                <a:latin typeface="맑은 고딕"/>
                <a:ea typeface="맑은 고딕"/>
              </a:rPr>
              <a:t> 찬미합니다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F2283-3A8C-4B4D-94FF-C3B71C3874DA}"/>
              </a:ext>
            </a:extLst>
          </p:cNvPr>
          <p:cNvSpPr txBox="1"/>
          <p:nvPr/>
        </p:nvSpPr>
        <p:spPr>
          <a:xfrm>
            <a:off x="9812655" y="114935"/>
            <a:ext cx="22650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</p:spTree>
    <p:extLst>
      <p:ext uri="{BB962C8B-B14F-4D97-AF65-F5344CB8AC3E}">
        <p14:creationId xmlns:p14="http://schemas.microsoft.com/office/powerpoint/2010/main" val="2816234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43250" y="530578"/>
            <a:ext cx="11248750" cy="6327422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3594" y="587022"/>
            <a:ext cx="11148405" cy="6270978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1" descr="/Users/SUNDAYSCHOOL/Library/Group Containers/L48J367XN4.com.infraware.PolarisOfficeSA/EngineTemp/5598/fImage4236206804618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4553585" cy="1107440"/>
            <a:chOff x="457200" y="177800"/>
            <a:chExt cx="4553585" cy="1107440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77800"/>
              <a:ext cx="4553585" cy="110744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542925" y="356870"/>
            <a:ext cx="465074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예물 준비 기도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2255" y="114935"/>
            <a:ext cx="16554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성찬 전례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2222"/>
            <a:ext cx="10595610" cy="24935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◎ 사제의 손으로 바치는 이 제사가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주님의 이름에는 찬미와 영광이 되고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저희와 온 교회에는 도움이 되게 하소서</a:t>
            </a:r>
            <a:r>
              <a:rPr lang="en-US" altLang="ko-KR" sz="4000" b="1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4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95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3708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1"/>
          <p:cNvGrpSpPr/>
          <p:nvPr/>
        </p:nvGrpSpPr>
        <p:grpSpPr>
          <a:xfrm>
            <a:off x="744220" y="263525"/>
            <a:ext cx="2714625" cy="1017905"/>
            <a:chOff x="744220" y="263525"/>
            <a:chExt cx="271462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220" y="263525"/>
              <a:ext cx="271462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744220" y="297180"/>
            <a:ext cx="242697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감 사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343025"/>
            <a:ext cx="11015345" cy="507047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주님께서 여러분과 함께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또한 사제의 영과 함께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마음을 드높이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주님께 올립니다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우리 주 하느님께 감사합시다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마땅하고 옳은 일입니다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18800" y="114935"/>
            <a:ext cx="135826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감사기도</a:t>
            </a:r>
          </a:p>
        </p:txBody>
      </p:sp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9307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0994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710" t="7920" r="8280" b="46040"/>
          <a:stretch>
            <a:fillRect/>
          </a:stretch>
        </p:blipFill>
        <p:spPr>
          <a:xfrm>
            <a:off x="0" y="1381634"/>
            <a:ext cx="12197862" cy="40947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000" t="53020" r="8710"/>
          <a:stretch>
            <a:fillRect/>
          </a:stretch>
        </p:blipFill>
        <p:spPr>
          <a:xfrm>
            <a:off x="-8281" y="1320911"/>
            <a:ext cx="12200282" cy="42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05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950" t="1650" r="8070" b="54550"/>
          <a:stretch>
            <a:fillRect/>
          </a:stretch>
        </p:blipFill>
        <p:spPr>
          <a:xfrm>
            <a:off x="-19224" y="1425349"/>
            <a:ext cx="12211224" cy="40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2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540" t="45040" r="8660" b="9920"/>
          <a:stretch>
            <a:fillRect/>
          </a:stretch>
        </p:blipFill>
        <p:spPr>
          <a:xfrm>
            <a:off x="0" y="1335201"/>
            <a:ext cx="12233782" cy="41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097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7297-488D-8923-07C8-395CCB65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6146C565-A53A-DC66-60EA-0AD790E7F5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A152531-8B91-FA8E-8FA2-C76D54A373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2689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 txBox="1">
            <a:spLocks noGrp="1"/>
          </p:cNvSpPr>
          <p:nvPr>
            <p:ph/>
          </p:nvPr>
        </p:nvSpPr>
        <p:spPr>
          <a:xfrm>
            <a:off x="581025" y="1650365"/>
            <a:ext cx="11031220" cy="4347845"/>
          </a:xfrm>
          <a:prstGeom prst="rect">
            <a:avLst/>
          </a:prstGeom>
        </p:spPr>
        <p:txBody>
          <a:bodyPr vert="horz" wrap="square" lIns="60960" tIns="30480" rIns="60960" bIns="30480" anchor="t">
            <a:noAutofit/>
          </a:bodyPr>
          <a:lstStyle/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ln w="28575" cap="flat" cmpd="sng">
                  <a:solidFill>
                    <a:srgbClr val="000000">
                      <a:alpha val="100000"/>
                    </a:srgb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2750"/>
                    </a:srgbClr>
                  </a:outerShdw>
                </a:effectLst>
                <a:latin typeface="맑은 고딕"/>
                <a:ea typeface="맑은 고딕"/>
              </a:rPr>
              <a:t>† 신앙의 신비여!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endParaRPr lang="ko-KR" altLang="en-US" sz="4000" b="1"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  <a:solidFill>
                <a:srgbClr val="FFFF00"/>
              </a:solidFill>
              <a:latin typeface="맑은 고딕"/>
              <a:ea typeface="맑은 고딕"/>
            </a:endParaRP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◎ 주님께서 오실 때까지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주님의 죽음을 전하며</a:t>
            </a: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부활을 선포하나이다.</a:t>
            </a:r>
          </a:p>
        </p:txBody>
      </p:sp>
      <p:sp>
        <p:nvSpPr>
          <p:cNvPr id="4" name="Rect 0"/>
          <p:cNvSpPr txBox="1"/>
          <p:nvPr/>
        </p:nvSpPr>
        <p:spPr>
          <a:xfrm>
            <a:off x="10718800" y="114935"/>
            <a:ext cx="1358900" cy="43180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algn="r" defTabSz="913765" rtl="0" eaLnBrk="1" latinLnBrk="0" hangingPunct="1">
              <a:buFontTx/>
              <a:buNone/>
              <a:defRPr/>
            </a:pPr>
            <a:r>
              <a:rPr sz="2400" b="1">
                <a:latin typeface="맑은 고딕"/>
                <a:ea typeface="맑은 고딕"/>
              </a:rPr>
              <a:t>감사기도</a:t>
            </a:r>
            <a:endParaRPr lang="ko-KR" altLang="en-US" sz="2400" b="1">
              <a:latin typeface="맑은 고딕"/>
              <a:ea typeface="맑은 고딕"/>
            </a:endParaRPr>
          </a:p>
        </p:txBody>
      </p:sp>
      <p:pic>
        <p:nvPicPr>
          <p:cNvPr id="12" name="그림 7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5755" y="0"/>
            <a:ext cx="11540490" cy="6859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9819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6570" t="39080" r="3940" b="2470"/>
          <a:stretch>
            <a:fillRect/>
          </a:stretch>
        </p:blipFill>
        <p:spPr>
          <a:xfrm>
            <a:off x="0" y="1033308"/>
            <a:ext cx="12205095" cy="47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48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040" r="2520" b="3070"/>
          <a:stretch>
            <a:fillRect/>
          </a:stretch>
        </p:blipFill>
        <p:spPr>
          <a:xfrm>
            <a:off x="336525" y="0"/>
            <a:ext cx="11518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595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800" r="2870" b="3150"/>
          <a:stretch>
            <a:fillRect/>
          </a:stretch>
        </p:blipFill>
        <p:spPr>
          <a:xfrm>
            <a:off x="-4248" y="958049"/>
            <a:ext cx="12196249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97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0267" y="958049"/>
            <a:ext cx="12212535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48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5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3"/>
          <a:srcRect l="2120" t="1980" r="7660" b="52370"/>
          <a:stretch>
            <a:fillRect/>
          </a:stretch>
        </p:blipFill>
        <p:spPr>
          <a:xfrm>
            <a:off x="0" y="1110465"/>
            <a:ext cx="12192001" cy="4637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719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49780" r="7250" b="2230"/>
          <a:stretch>
            <a:fillRect/>
          </a:stretch>
        </p:blipFill>
        <p:spPr>
          <a:xfrm>
            <a:off x="-1" y="1014262"/>
            <a:ext cx="12192002" cy="48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38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82215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260" t="9280" r="9880" b="6100"/>
          <a:stretch>
            <a:fillRect/>
          </a:stretch>
        </p:blipFill>
        <p:spPr>
          <a:xfrm>
            <a:off x="924988" y="19808"/>
            <a:ext cx="10342024" cy="68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72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9550" t="4640" r="9550" b="11230"/>
          <a:stretch>
            <a:fillRect/>
          </a:stretch>
        </p:blipFill>
        <p:spPr>
          <a:xfrm>
            <a:off x="786519" y="0"/>
            <a:ext cx="106189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3" descr="/Users/SUNDAYSCHOOL/Library/Group Containers/L48J367XN4.com.infraware.PolarisOfficeSA/EngineTemp/5598/fImage42362068522325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2584450" cy="1017905"/>
            <a:chOff x="457200" y="177800"/>
            <a:chExt cx="2584450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177800"/>
              <a:ext cx="2584450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278447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>
            <a:spAutoFit/>
          </a:bodyPr>
          <a:lstStyle/>
          <a:p>
            <a:pPr lvl="0">
              <a:defRPr/>
            </a:pPr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/>
                <a:ea typeface="맑은 고딕"/>
              </a:rPr>
              <a:t>영 성 체</a:t>
            </a:r>
            <a:endParaRPr lang="ko-KR" altLang="en-US" sz="4700" b="1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390" y="2306005"/>
            <a:ext cx="11539855" cy="2248847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◎ 주님</a:t>
            </a:r>
            <a:r>
              <a:rPr lang="en-US" altLang="ko-KR" sz="4000" b="1">
                <a:latin typeface="맑은 고딕"/>
                <a:ea typeface="맑은 고딕"/>
              </a:rPr>
              <a:t>, </a:t>
            </a:r>
            <a:r>
              <a:rPr lang="ko-KR" altLang="en-US" sz="4000" b="1">
                <a:latin typeface="맑은 고딕"/>
                <a:ea typeface="맑은 고딕"/>
              </a:rPr>
              <a:t>제 안에 주님을 모시기에</a:t>
            </a: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합당치 않사오나 한 말씀만 하소서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  <a:endParaRPr lang="ko-KR" altLang="en-US" sz="4000" b="1">
              <a:latin typeface="맑은 고딕"/>
              <a:ea typeface="맑은 고딕"/>
            </a:endParaRP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제 영혼이 곧 나으리이다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3418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3734" y="609600"/>
            <a:ext cx="11108266" cy="6248400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3732" y="609600"/>
            <a:ext cx="11108267" cy="6248400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64010" y="654756"/>
            <a:ext cx="11027989" cy="6203244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3538855" cy="1017905"/>
            <a:chOff x="457200" y="177800"/>
            <a:chExt cx="353885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177800"/>
              <a:ext cx="353885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341058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 성 체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52" y="2666047"/>
            <a:ext cx="11529695" cy="2204771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ko-KR" altLang="en-US" sz="4000" b="1" dirty="0">
                <a:latin typeface="맑은 고딕"/>
                <a:ea typeface="맑은 고딕"/>
              </a:rPr>
              <a:t>당신을 바라는 이에게, 당신을 찾는 영혼에게 주님은 좋으신 분</a:t>
            </a:r>
            <a:r>
              <a:rPr lang="en-US" altLang="ko-KR" sz="40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5415" y="114935"/>
            <a:ext cx="1771650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영성체 예식</a:t>
            </a:r>
          </a:p>
        </p:txBody>
      </p:sp>
    </p:spTree>
    <p:extLst>
      <p:ext uri="{BB962C8B-B14F-4D97-AF65-F5344CB8AC3E}">
        <p14:creationId xmlns:p14="http://schemas.microsoft.com/office/powerpoint/2010/main" val="42501061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34BA-8EBA-84B1-50BF-5C74981E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8BC7642A-E380-7625-B9E5-58730E6E4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761273BA-89F4-8A62-5166-56768FD494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03662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3664" y="598310"/>
            <a:ext cx="11128336" cy="6259689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3042" y="496710"/>
            <a:ext cx="11308958" cy="6361289"/>
          </a:xfrm>
          <a:prstGeom prst="rect">
            <a:avLst/>
          </a:prstGeom>
        </p:spPr>
      </p:pic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B6210AEA185C47A6E7BA7E6AAFEFC5" ma:contentTypeVersion="6" ma:contentTypeDescription="새 문서를 만듭니다." ma:contentTypeScope="" ma:versionID="74c314e2ca22649432f5d5ae6d8d6754">
  <xsd:schema xmlns:xsd="http://www.w3.org/2001/XMLSchema" xmlns:xs="http://www.w3.org/2001/XMLSchema" xmlns:p="http://schemas.microsoft.com/office/2006/metadata/properties" xmlns:ns3="160ab463-9374-4b3b-96b0-e31d501b01e8" targetNamespace="http://schemas.microsoft.com/office/2006/metadata/properties" ma:root="true" ma:fieldsID="6f61d1396601a9296bb4480f902d8acb" ns3:_="">
    <xsd:import namespace="160ab463-9374-4b3b-96b0-e31d501b01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ab463-9374-4b3b-96b0-e31d501b01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0ab463-9374-4b3b-96b0-e31d501b01e8" xsi:nil="true"/>
  </documentManagement>
</p:properties>
</file>

<file path=customXml/itemProps1.xml><?xml version="1.0" encoding="utf-8"?>
<ds:datastoreItem xmlns:ds="http://schemas.openxmlformats.org/officeDocument/2006/customXml" ds:itemID="{150B6FF6-9866-4BB5-8F50-D324E09C0316}">
  <ds:schemaRefs>
    <ds:schemaRef ds:uri="160ab463-9374-4b3b-96b0-e31d501b01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2D1DD2E-7DB6-44C5-8977-0240CDCA56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F12F15-B944-4071-8D91-93F57523CCFF}">
  <ds:schemaRefs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160ab463-9374-4b3b-96b0-e31d501b01e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444</Words>
  <Application>Microsoft Macintosh PowerPoint</Application>
  <PresentationFormat>와이드스크린</PresentationFormat>
  <Paragraphs>130</Paragraphs>
  <Slides>59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59</vt:i4>
      </vt:variant>
    </vt:vector>
  </HeadingPairs>
  <TitlesOfParts>
    <vt:vector size="71" baseType="lpstr">
      <vt:lpstr>나눔고딕</vt:lpstr>
      <vt:lpstr>Malgun Gothic</vt:lpstr>
      <vt:lpstr>Malgun Gothic</vt:lpstr>
      <vt:lpstr>메이플스토리</vt:lpstr>
      <vt:lpstr>Arial</vt:lpstr>
      <vt:lpstr>Calibri</vt:lpstr>
      <vt:lpstr>Office Theme</vt:lpstr>
      <vt:lpstr>1_Office Theme</vt:lpstr>
      <vt:lpstr>3_Office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조민기</cp:lastModifiedBy>
  <cp:revision>22</cp:revision>
  <dcterms:modified xsi:type="dcterms:W3CDTF">2026-10-03T03:39:31Z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0x01010001B6210AEA185C47A6E7BA7E6AAFEFC5</vt:lpwstr>
  </property>
</Properties>
</file>